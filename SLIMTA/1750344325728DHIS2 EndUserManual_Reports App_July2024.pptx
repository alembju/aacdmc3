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2"/>
  </p:notesMasterIdLst>
  <p:sldIdLst>
    <p:sldId id="567" r:id="rId2"/>
    <p:sldId id="568" r:id="rId3"/>
    <p:sldId id="569" r:id="rId4"/>
    <p:sldId id="570" r:id="rId5"/>
    <p:sldId id="702" r:id="rId6"/>
    <p:sldId id="703" r:id="rId7"/>
    <p:sldId id="571" r:id="rId8"/>
    <p:sldId id="705" r:id="rId9"/>
    <p:sldId id="706" r:id="rId10"/>
    <p:sldId id="707" r:id="rId11"/>
    <p:sldId id="574" r:id="rId12"/>
    <p:sldId id="714" r:id="rId13"/>
    <p:sldId id="575" r:id="rId14"/>
    <p:sldId id="708" r:id="rId15"/>
    <p:sldId id="709" r:id="rId16"/>
    <p:sldId id="578" r:id="rId17"/>
    <p:sldId id="711" r:id="rId18"/>
    <p:sldId id="710" r:id="rId19"/>
    <p:sldId id="713" r:id="rId20"/>
    <p:sldId id="715" r:id="rId21"/>
    <p:sldId id="581" r:id="rId22"/>
    <p:sldId id="582" r:id="rId23"/>
    <p:sldId id="717" r:id="rId24"/>
    <p:sldId id="719" r:id="rId25"/>
    <p:sldId id="720" r:id="rId26"/>
    <p:sldId id="583" r:id="rId27"/>
    <p:sldId id="584" r:id="rId28"/>
    <p:sldId id="585" r:id="rId29"/>
    <p:sldId id="721" r:id="rId30"/>
    <p:sldId id="722"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485" autoAdjust="0"/>
    <p:restoredTop sz="94660"/>
  </p:normalViewPr>
  <p:slideViewPr>
    <p:cSldViewPr snapToGrid="0">
      <p:cViewPr varScale="1">
        <p:scale>
          <a:sx n="93" d="100"/>
          <a:sy n="93" d="100"/>
        </p:scale>
        <p:origin x="88" y="4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ADD7AA1-C63D-4CCE-8A16-74A20F3B2C8D}" type="datetimeFigureOut">
              <a:rPr lang="en-US" smtClean="0"/>
              <a:t>12/31/2024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3E6846-1C18-44D5-B4E1-A793D057A8EC}" type="slidenum">
              <a:rPr lang="en-US" smtClean="0"/>
              <a:t>‹#›</a:t>
            </a:fld>
            <a:endParaRPr lang="en-US"/>
          </a:p>
        </p:txBody>
      </p:sp>
    </p:spTree>
    <p:extLst>
      <p:ext uri="{BB962C8B-B14F-4D97-AF65-F5344CB8AC3E}">
        <p14:creationId xmlns:p14="http://schemas.microsoft.com/office/powerpoint/2010/main" val="7483673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Image Placeholder 1">
            <a:extLst>
              <a:ext uri="{FF2B5EF4-FFF2-40B4-BE49-F238E27FC236}">
                <a16:creationId xmlns:a16="http://schemas.microsoft.com/office/drawing/2014/main" id="{3BA3B7B6-42BC-4E27-B08B-114CA8DECD6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171" name="Notes Placeholder 2">
            <a:extLst>
              <a:ext uri="{FF2B5EF4-FFF2-40B4-BE49-F238E27FC236}">
                <a16:creationId xmlns:a16="http://schemas.microsoft.com/office/drawing/2014/main" id="{48F7358F-072E-43C7-842E-69927D35AC2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p>
        </p:txBody>
      </p:sp>
      <p:sp>
        <p:nvSpPr>
          <p:cNvPr id="7172" name="Slide Number Placeholder 3">
            <a:extLst>
              <a:ext uri="{FF2B5EF4-FFF2-40B4-BE49-F238E27FC236}">
                <a16:creationId xmlns:a16="http://schemas.microsoft.com/office/drawing/2014/main" id="{B20BF48D-273B-4CC8-8020-78722ABB45F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7C7A05AC-C757-4E4F-B838-5C8CE67B346E}" type="slidenum">
              <a:rPr kumimoji="0" lang="en-US" altLang="en-US" sz="1200" b="0" i="0" u="none" strike="noStrike" kern="1200" cap="none" spc="0" normalizeH="0" baseline="0" noProof="0" smtClean="0">
                <a:ln>
                  <a:noFill/>
                </a:ln>
                <a:solidFill>
                  <a:prstClr val="black"/>
                </a:solidFill>
                <a:effectLst/>
                <a:uLnTx/>
                <a:uFillTx/>
                <a:latin typeface="Calibri" panose="020F050202020403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14591161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Here you select the </a:t>
            </a:r>
            <a:r>
              <a:rPr lang="en-US" dirty="0" err="1"/>
              <a:t>orgunit</a:t>
            </a:r>
            <a:r>
              <a:rPr lang="en-US" dirty="0"/>
              <a:t> you want the report for. This can be at any level in the hierarchy as the data will be aggregated up to this level automatically (if you do not tick the option above).</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mn-lt"/>
                <a:ea typeface="+mn-ea"/>
                <a:cs typeface="+mn-cs"/>
              </a:rPr>
              <a:t>Report period:</a:t>
            </a:r>
            <a:r>
              <a:rPr lang="en-US" sz="1200" b="0" i="0" kern="1200" dirty="0">
                <a:solidFill>
                  <a:schemeClr val="tx1"/>
                </a:solidFill>
                <a:effectLst/>
                <a:latin typeface="+mn-lt"/>
                <a:ea typeface="+mn-ea"/>
                <a:cs typeface="+mn-cs"/>
              </a:rPr>
              <a:t> The actual period you want data for. This can be aggregated as well as raw periods. This means that you can ask for a quarterly or annual report even though the data set is collected monthly. A data set's period type (collection frequency) is defined in data set maintenance. First select the period type (Monthly, Quarterly, Yearly etc.) in the drop down next to </a:t>
            </a:r>
            <a:r>
              <a:rPr lang="en-US" sz="1200" b="0" i="0" kern="1200" dirty="0" err="1">
                <a:solidFill>
                  <a:schemeClr val="tx1"/>
                </a:solidFill>
                <a:effectLst/>
                <a:latin typeface="+mn-lt"/>
                <a:ea typeface="+mn-ea"/>
                <a:cs typeface="+mn-cs"/>
              </a:rPr>
              <a:t>Prev</a:t>
            </a:r>
            <a:r>
              <a:rPr lang="en-US" sz="1200" b="0" i="0" kern="1200" dirty="0">
                <a:solidFill>
                  <a:schemeClr val="tx1"/>
                </a:solidFill>
                <a:effectLst/>
                <a:latin typeface="+mn-lt"/>
                <a:ea typeface="+mn-ea"/>
                <a:cs typeface="+mn-cs"/>
              </a:rPr>
              <a:t> and Next buttons, and then select one of the available periods from the dropdown list below. Use </a:t>
            </a:r>
            <a:r>
              <a:rPr lang="en-US" sz="1200" b="0" i="0" kern="1200" dirty="0" err="1">
                <a:solidFill>
                  <a:schemeClr val="tx1"/>
                </a:solidFill>
                <a:effectLst/>
                <a:latin typeface="+mn-lt"/>
                <a:ea typeface="+mn-ea"/>
                <a:cs typeface="+mn-cs"/>
              </a:rPr>
              <a:t>Prev</a:t>
            </a:r>
            <a:r>
              <a:rPr lang="en-US" sz="1200" b="0" i="0" kern="1200" dirty="0">
                <a:solidFill>
                  <a:schemeClr val="tx1"/>
                </a:solidFill>
                <a:effectLst/>
                <a:latin typeface="+mn-lt"/>
                <a:ea typeface="+mn-ea"/>
                <a:cs typeface="+mn-cs"/>
              </a:rPr>
              <a:t> and Next to jump one year back or forward.</a:t>
            </a:r>
            <a:endParaRPr lang="en-US" dirty="0"/>
          </a:p>
          <a:p>
            <a:endParaRPr lang="en-US" dirty="0"/>
          </a:p>
        </p:txBody>
      </p:sp>
      <p:sp>
        <p:nvSpPr>
          <p:cNvPr id="4" name="Slide Number Placeholder 3"/>
          <p:cNvSpPr>
            <a:spLocks noGrp="1"/>
          </p:cNvSpPr>
          <p:nvPr>
            <p:ph type="sldNum" sz="quarter" idx="10"/>
          </p:nvPr>
        </p:nvSpPr>
        <p:spPr/>
        <p:txBody>
          <a:bodyPr/>
          <a:lstStyle/>
          <a:p>
            <a:fld id="{CE3E6846-1C18-44D5-B4E1-A793D057A8EC}" type="slidenum">
              <a:rPr lang="en-US" smtClean="0"/>
              <a:t>7</a:t>
            </a:fld>
            <a:endParaRPr lang="en-US"/>
          </a:p>
        </p:txBody>
      </p:sp>
    </p:spTree>
    <p:extLst>
      <p:ext uri="{BB962C8B-B14F-4D97-AF65-F5344CB8AC3E}">
        <p14:creationId xmlns:p14="http://schemas.microsoft.com/office/powerpoint/2010/main" val="247672576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4" name="Picture 3" descr="C:\Documents and Settings\modig\Desktop\EHNRI pictures March 2012\IMG_0988.jpg">
            <a:extLst>
              <a:ext uri="{FF2B5EF4-FFF2-40B4-BE49-F238E27FC236}">
                <a16:creationId xmlns:a16="http://schemas.microsoft.com/office/drawing/2014/main" id="{77C77A3D-C82E-490E-BD5A-A4338FC39044}"/>
              </a:ext>
            </a:extLst>
          </p:cNvPr>
          <p:cNvPicPr>
            <a:picLocks noChangeAspect="1" noChangeArrowheads="1"/>
          </p:cNvPicPr>
          <p:nvPr/>
        </p:nvPicPr>
        <p:blipFill>
          <a:blip r:embed="rId2" cstate="print"/>
          <a:srcRect t="10780"/>
          <a:stretch>
            <a:fillRect/>
          </a:stretch>
        </p:blipFill>
        <p:spPr bwMode="auto">
          <a:xfrm>
            <a:off x="1930400" y="1635826"/>
            <a:ext cx="7721600" cy="3393375"/>
          </a:xfrm>
          <a:prstGeom prst="rect">
            <a:avLst/>
          </a:prstGeom>
          <a:ln>
            <a:noFill/>
          </a:ln>
          <a:effectLst>
            <a:softEdge rad="112500"/>
          </a:effectLst>
        </p:spPr>
      </p:pic>
      <p:sp>
        <p:nvSpPr>
          <p:cNvPr id="5" name="Subtitle 8">
            <a:extLst>
              <a:ext uri="{FF2B5EF4-FFF2-40B4-BE49-F238E27FC236}">
                <a16:creationId xmlns:a16="http://schemas.microsoft.com/office/drawing/2014/main" id="{7D908DDF-C91F-4E72-9AF9-142613EAFD8E}"/>
              </a:ext>
            </a:extLst>
          </p:cNvPr>
          <p:cNvSpPr>
            <a:spLocks noGrp="1"/>
          </p:cNvSpPr>
          <p:nvPr/>
        </p:nvSpPr>
        <p:spPr>
          <a:xfrm>
            <a:off x="4775200" y="2590800"/>
            <a:ext cx="2133600" cy="304800"/>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a:lstStyle>
            <a:lvl1pPr marL="342900" indent="-342900" algn="l" defTabSz="914400" rtl="0" eaLnBrk="1" latinLnBrk="0" hangingPunct="1">
              <a:spcBef>
                <a:spcPct val="20000"/>
              </a:spcBef>
              <a:buFont typeface="Arial" pitchFamily="34" charset="0"/>
              <a:buChar char="•"/>
              <a:defRPr sz="3200" kern="1200">
                <a:solidFill>
                  <a:schemeClr val="dk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dk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dk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pPr marL="0" indent="0" algn="ctr" fontAlgn="auto">
              <a:spcAft>
                <a:spcPts val="0"/>
              </a:spcAft>
              <a:buFont typeface="Arial" pitchFamily="34" charset="0"/>
              <a:buNone/>
              <a:defRPr/>
            </a:pPr>
            <a:r>
              <a:rPr lang="en-US" sz="900" b="1" dirty="0">
                <a:ln w="12700">
                  <a:solidFill>
                    <a:schemeClr val="bg1"/>
                  </a:solidFill>
                  <a:prstDash val="solid"/>
                </a:ln>
                <a:solidFill>
                  <a:schemeClr val="bg1"/>
                </a:solidFill>
                <a:effectLst>
                  <a:outerShdw blurRad="41275" dist="20320" dir="1800000" algn="tl" rotWithShape="0">
                    <a:srgbClr val="000000">
                      <a:alpha val="40000"/>
                    </a:srgbClr>
                  </a:outerShdw>
                </a:effectLst>
              </a:rPr>
              <a:t>Ethiopian Public Health Institute</a:t>
            </a:r>
          </a:p>
        </p:txBody>
      </p:sp>
      <p:grpSp>
        <p:nvGrpSpPr>
          <p:cNvPr id="6" name="Group 12">
            <a:extLst>
              <a:ext uri="{FF2B5EF4-FFF2-40B4-BE49-F238E27FC236}">
                <a16:creationId xmlns:a16="http://schemas.microsoft.com/office/drawing/2014/main" id="{A7BBEBB5-FC6E-4409-A292-7299FBCB372A}"/>
              </a:ext>
            </a:extLst>
          </p:cNvPr>
          <p:cNvGrpSpPr>
            <a:grpSpLocks/>
          </p:cNvGrpSpPr>
          <p:nvPr/>
        </p:nvGrpSpPr>
        <p:grpSpPr bwMode="auto">
          <a:xfrm>
            <a:off x="5384800" y="990600"/>
            <a:ext cx="1524000" cy="1143000"/>
            <a:chOff x="107718225" y="107346750"/>
            <a:chExt cx="2705100" cy="3430905"/>
          </a:xfrm>
        </p:grpSpPr>
        <p:sp>
          <p:nvSpPr>
            <p:cNvPr id="7" name="Oval 6">
              <a:extLst>
                <a:ext uri="{FF2B5EF4-FFF2-40B4-BE49-F238E27FC236}">
                  <a16:creationId xmlns:a16="http://schemas.microsoft.com/office/drawing/2014/main" id="{3598B1EE-6E46-45FA-B778-430705B580F1}"/>
                </a:ext>
              </a:extLst>
            </p:cNvPr>
            <p:cNvSpPr>
              <a:spLocks noChangeArrowheads="1"/>
            </p:cNvSpPr>
            <p:nvPr userDrawn="1"/>
          </p:nvSpPr>
          <p:spPr bwMode="auto">
            <a:xfrm>
              <a:off x="107718225" y="107346750"/>
              <a:ext cx="2705100" cy="3430905"/>
            </a:xfrm>
            <a:prstGeom prst="ellipse">
              <a:avLst/>
            </a:prstGeom>
            <a:solidFill>
              <a:srgbClr val="FFFFFF"/>
            </a:solidFill>
            <a:ln w="38100" cmpd="dbl" algn="ctr">
              <a:solidFill>
                <a:srgbClr val="000000"/>
              </a:solidFill>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spcBef>
                  <a:spcPts val="0"/>
                </a:spcBef>
                <a:spcAft>
                  <a:spcPts val="0"/>
                </a:spcAft>
                <a:defRPr/>
              </a:pPr>
              <a:endParaRPr lang="en-US" sz="1800" dirty="0"/>
            </a:p>
          </p:txBody>
        </p:sp>
        <p:pic>
          <p:nvPicPr>
            <p:cNvPr id="8" name="Picture 10" descr="EHNRI Logo Final 1">
              <a:extLst>
                <a:ext uri="{FF2B5EF4-FFF2-40B4-BE49-F238E27FC236}">
                  <a16:creationId xmlns:a16="http://schemas.microsoft.com/office/drawing/2014/main" id="{A105A433-1EDC-4A5E-9CEE-548BF1AD765A}"/>
                </a:ext>
              </a:extLst>
            </p:cNvPr>
            <p:cNvPicPr>
              <a:picLocks noChangeAspect="1" noChangeArrowheads="1"/>
            </p:cNvPicPr>
            <p:nvPr userDrawn="1"/>
          </p:nvPicPr>
          <p:blipFill>
            <a:blip r:embed="rId3">
              <a:lum contrast="42000"/>
              <a:extLst>
                <a:ext uri="{28A0092B-C50C-407E-A947-70E740481C1C}">
                  <a14:useLocalDpi xmlns:a14="http://schemas.microsoft.com/office/drawing/2010/main" val="0"/>
                </a:ext>
              </a:extLst>
            </a:blip>
            <a:srcRect/>
            <a:stretch>
              <a:fillRect/>
            </a:stretch>
          </p:blipFill>
          <p:spPr bwMode="auto">
            <a:xfrm>
              <a:off x="108319356" y="108069044"/>
              <a:ext cx="1562949" cy="22357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9" name="WordArt 5">
              <a:extLst>
                <a:ext uri="{FF2B5EF4-FFF2-40B4-BE49-F238E27FC236}">
                  <a16:creationId xmlns:a16="http://schemas.microsoft.com/office/drawing/2014/main" id="{E8468171-0AD8-4BA4-B554-000F39653483}"/>
                </a:ext>
              </a:extLst>
            </p:cNvPr>
            <p:cNvSpPr>
              <a:spLocks noChangeArrowheads="1" noChangeShapeType="1" noTextEdit="1"/>
            </p:cNvSpPr>
            <p:nvPr userDrawn="1"/>
          </p:nvSpPr>
          <p:spPr bwMode="auto">
            <a:xfrm>
              <a:off x="107921425" y="108083350"/>
              <a:ext cx="2287270" cy="2400300"/>
            </a:xfrm>
            <a:prstGeom prst="rect">
              <a:avLst/>
            </a:prstGeom>
          </p:spPr>
          <p:txBody>
            <a:bodyPr spcFirstLastPara="1" wrap="none" fromWordArt="1">
              <a:prstTxWarp prst="textArchDown">
                <a:avLst>
                  <a:gd name="adj" fmla="val 0"/>
                </a:avLst>
              </a:prstTxWarp>
            </a:bodyPr>
            <a:lstStyle/>
            <a:p>
              <a:pPr algn="ctr"/>
              <a:r>
                <a:rPr lang="en-US" sz="1800" b="1" kern="10">
                  <a:ln w="9525" algn="ctr">
                    <a:solidFill>
                      <a:srgbClr val="000000"/>
                    </a:solidFill>
                    <a:round/>
                    <a:headEnd/>
                    <a:tailEnd/>
                  </a:ln>
                  <a:solidFill>
                    <a:srgbClr val="000000"/>
                  </a:solidFill>
                  <a:latin typeface="Times New Roman" panose="02020603050405020304" pitchFamily="18" charset="0"/>
                  <a:cs typeface="Times New Roman" panose="02020603050405020304" pitchFamily="18" charset="0"/>
                </a:rPr>
                <a:t>Ethiopian Public Health Institute </a:t>
              </a:r>
            </a:p>
          </p:txBody>
        </p:sp>
        <p:sp>
          <p:nvSpPr>
            <p:cNvPr id="10" name="AutoShape 6">
              <a:extLst>
                <a:ext uri="{FF2B5EF4-FFF2-40B4-BE49-F238E27FC236}">
                  <a16:creationId xmlns:a16="http://schemas.microsoft.com/office/drawing/2014/main" id="{701BF3B9-F11D-4656-AB2D-03E34F56BE14}"/>
                </a:ext>
              </a:extLst>
            </p:cNvPr>
            <p:cNvSpPr>
              <a:spLocks noChangeArrowheads="1"/>
            </p:cNvSpPr>
            <p:nvPr userDrawn="1"/>
          </p:nvSpPr>
          <p:spPr bwMode="auto">
            <a:xfrm>
              <a:off x="107868508" y="108871597"/>
              <a:ext cx="105198" cy="104833"/>
            </a:xfrm>
            <a:prstGeom prst="star5">
              <a:avLst/>
            </a:prstGeom>
            <a:solidFill>
              <a:srgbClr val="000000"/>
            </a:solidFill>
            <a:ln w="9525" algn="ctr">
              <a:solidFill>
                <a:srgbClr val="000000"/>
              </a:solidFill>
              <a:miter lim="800000"/>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spcBef>
                  <a:spcPts val="0"/>
                </a:spcBef>
                <a:spcAft>
                  <a:spcPts val="0"/>
                </a:spcAft>
                <a:defRPr/>
              </a:pPr>
              <a:endParaRPr lang="en-US" sz="1800" dirty="0"/>
            </a:p>
          </p:txBody>
        </p:sp>
        <p:sp>
          <p:nvSpPr>
            <p:cNvPr id="11" name="AutoShape 7">
              <a:extLst>
                <a:ext uri="{FF2B5EF4-FFF2-40B4-BE49-F238E27FC236}">
                  <a16:creationId xmlns:a16="http://schemas.microsoft.com/office/drawing/2014/main" id="{F61223C2-07C1-43B3-BC40-80CA5F847737}"/>
                </a:ext>
              </a:extLst>
            </p:cNvPr>
            <p:cNvSpPr>
              <a:spLocks noChangeArrowheads="1"/>
            </p:cNvSpPr>
            <p:nvPr userDrawn="1"/>
          </p:nvSpPr>
          <p:spPr bwMode="auto">
            <a:xfrm>
              <a:off x="110160329" y="108871597"/>
              <a:ext cx="105198" cy="104833"/>
            </a:xfrm>
            <a:prstGeom prst="star5">
              <a:avLst/>
            </a:prstGeom>
            <a:solidFill>
              <a:srgbClr val="000000"/>
            </a:solidFill>
            <a:ln w="9525" algn="ctr">
              <a:solidFill>
                <a:srgbClr val="000000"/>
              </a:solidFill>
              <a:miter lim="800000"/>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spcBef>
                  <a:spcPts val="0"/>
                </a:spcBef>
                <a:spcAft>
                  <a:spcPts val="0"/>
                </a:spcAft>
                <a:defRPr/>
              </a:pPr>
              <a:endParaRPr lang="en-US" sz="1800" dirty="0"/>
            </a:p>
          </p:txBody>
        </p:sp>
        <p:sp>
          <p:nvSpPr>
            <p:cNvPr id="12" name="WordArt 8">
              <a:extLst>
                <a:ext uri="{FF2B5EF4-FFF2-40B4-BE49-F238E27FC236}">
                  <a16:creationId xmlns:a16="http://schemas.microsoft.com/office/drawing/2014/main" id="{4A46C48E-CB3D-4C02-B39F-3A3DD7CD8677}"/>
                </a:ext>
              </a:extLst>
            </p:cNvPr>
            <p:cNvSpPr>
              <a:spLocks noChangeArrowheads="1" noChangeShapeType="1" noTextEdit="1"/>
            </p:cNvSpPr>
            <p:nvPr userDrawn="1"/>
          </p:nvSpPr>
          <p:spPr bwMode="auto">
            <a:xfrm>
              <a:off x="107978575" y="107588050"/>
              <a:ext cx="2171700" cy="2241550"/>
            </a:xfrm>
            <a:prstGeom prst="rect">
              <a:avLst/>
            </a:prstGeom>
          </p:spPr>
          <p:txBody>
            <a:bodyPr spcFirstLastPara="1" wrap="none" fromWordArt="1">
              <a:prstTxWarp prst="textArchUp">
                <a:avLst>
                  <a:gd name="adj" fmla="val 10800004"/>
                </a:avLst>
              </a:prstTxWarp>
            </a:bodyPr>
            <a:lstStyle/>
            <a:p>
              <a:pPr algn="ctr"/>
              <a:r>
                <a:rPr lang="am-ET" sz="1800" kern="10">
                  <a:ln w="9525" algn="ctr">
                    <a:solidFill>
                      <a:srgbClr val="000000"/>
                    </a:solidFill>
                    <a:round/>
                    <a:headEnd/>
                    <a:tailEnd/>
                  </a:ln>
                  <a:solidFill>
                    <a:srgbClr val="000000"/>
                  </a:solidFill>
                  <a:latin typeface="+mn-lt"/>
                  <a:ea typeface="+mn-lt"/>
                  <a:cs typeface="+mn-lt"/>
                </a:rPr>
                <a:t>የኢትዮጵያ የሕብረተሰብ ጤና ኢንስቲትዩት</a:t>
              </a:r>
              <a:endParaRPr lang="en-US" sz="1800" kern="10">
                <a:ln w="9525" algn="ctr">
                  <a:solidFill>
                    <a:srgbClr val="000000"/>
                  </a:solidFill>
                  <a:round/>
                  <a:headEnd/>
                  <a:tailEnd/>
                </a:ln>
                <a:solidFill>
                  <a:srgbClr val="000000"/>
                </a:solidFill>
                <a:latin typeface="+mn-lt"/>
                <a:ea typeface="+mn-lt"/>
                <a:cs typeface="+mn-lt"/>
              </a:endParaRPr>
            </a:p>
          </p:txBody>
        </p:sp>
      </p:grpSp>
      <p:sp>
        <p:nvSpPr>
          <p:cNvPr id="2" name="Title 1"/>
          <p:cNvSpPr>
            <a:spLocks noGrp="1"/>
          </p:cNvSpPr>
          <p:nvPr>
            <p:ph type="ctrTitle"/>
          </p:nvPr>
        </p:nvSpPr>
        <p:spPr>
          <a:xfrm>
            <a:off x="914400" y="1"/>
            <a:ext cx="10363200" cy="1470025"/>
          </a:xfrm>
        </p:spPr>
        <p:txBody>
          <a:bodyPr/>
          <a:lstStyle/>
          <a:p>
            <a:r>
              <a:rPr lang="en-US"/>
              <a:t>Click to edit Master title style</a:t>
            </a:r>
          </a:p>
        </p:txBody>
      </p:sp>
      <p:sp>
        <p:nvSpPr>
          <p:cNvPr id="3" name="Subtitle 2"/>
          <p:cNvSpPr>
            <a:spLocks noGrp="1"/>
          </p:cNvSpPr>
          <p:nvPr>
            <p:ph type="subTitle" idx="1"/>
          </p:nvPr>
        </p:nvSpPr>
        <p:spPr>
          <a:xfrm>
            <a:off x="2353732" y="5334000"/>
            <a:ext cx="7620000" cy="990600"/>
          </a:xfrm>
        </p:spPr>
        <p:txBody>
          <a:bodyPr/>
          <a:lstStyle>
            <a:lvl1pPr marL="0" indent="0" algn="ctr">
              <a:buNone/>
              <a:defRPr>
                <a:solidFill>
                  <a:schemeClr val="accent1"/>
                </a:solidFill>
                <a:latin typeface="Arial" pitchFamily="34" charset="0"/>
                <a:cs typeface="Arial"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Tree>
    <p:extLst>
      <p:ext uri="{BB962C8B-B14F-4D97-AF65-F5344CB8AC3E}">
        <p14:creationId xmlns:p14="http://schemas.microsoft.com/office/powerpoint/2010/main" val="35492418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Subtitle 2">
            <a:extLst>
              <a:ext uri="{FF2B5EF4-FFF2-40B4-BE49-F238E27FC236}">
                <a16:creationId xmlns:a16="http://schemas.microsoft.com/office/drawing/2014/main" id="{2CC9ED23-7E87-4B1F-94ED-C23C0304F047}"/>
              </a:ext>
            </a:extLst>
          </p:cNvPr>
          <p:cNvSpPr txBox="1">
            <a:spLocks/>
          </p:cNvSpPr>
          <p:nvPr/>
        </p:nvSpPr>
        <p:spPr>
          <a:xfrm rot="5400000">
            <a:off x="5753100" y="419100"/>
            <a:ext cx="685800" cy="12192000"/>
          </a:xfrm>
          <a:prstGeom prst="rect">
            <a:avLst/>
          </a:prstGeom>
          <a:solidFill>
            <a:srgbClr val="00B0F0"/>
          </a:solidFill>
          <a:ln>
            <a:solidFill>
              <a:srgbClr val="5887C0"/>
            </a:solidFill>
          </a:ln>
          <a:effectLst>
            <a:glow rad="228600">
              <a:schemeClr val="accent1">
                <a:satMod val="175000"/>
                <a:alpha val="40000"/>
              </a:schemeClr>
            </a:glow>
            <a:innerShdw blurRad="63500" dist="50800" dir="18900000">
              <a:prstClr val="black">
                <a:alpha val="50000"/>
              </a:prstClr>
            </a:innerShdw>
            <a:softEdge rad="12700"/>
          </a:effectLst>
          <a:scene3d>
            <a:camera prst="obliqueBottomLeft"/>
            <a:lightRig rig="threePt" dir="t"/>
          </a:scene3d>
        </p:spPr>
        <p:style>
          <a:lnRef idx="1">
            <a:schemeClr val="accent1"/>
          </a:lnRef>
          <a:fillRef idx="2">
            <a:schemeClr val="accent1"/>
          </a:fillRef>
          <a:effectRef idx="1">
            <a:schemeClr val="accent1"/>
          </a:effectRef>
          <a:fontRef idx="minor">
            <a:schemeClr val="dk1"/>
          </a:fontRef>
        </p:style>
        <p:txBody>
          <a:bodyPr>
            <a:normAutofit/>
          </a:bodyPr>
          <a:lstStyle/>
          <a:p>
            <a:pPr algn="ctr" eaLnBrk="1" fontAlgn="auto" hangingPunct="1">
              <a:spcBef>
                <a:spcPct val="20000"/>
              </a:spcBef>
              <a:spcAft>
                <a:spcPts val="0"/>
              </a:spcAft>
              <a:buFont typeface="Arial" pitchFamily="34" charset="0"/>
              <a:buNone/>
              <a:defRPr/>
            </a:pPr>
            <a:endParaRPr lang="en-US" sz="32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5" name="Subtitle 8">
            <a:extLst>
              <a:ext uri="{FF2B5EF4-FFF2-40B4-BE49-F238E27FC236}">
                <a16:creationId xmlns:a16="http://schemas.microsoft.com/office/drawing/2014/main" id="{3936FF9E-ECE5-423E-A8B4-7F2FA25A14F7}"/>
              </a:ext>
            </a:extLst>
          </p:cNvPr>
          <p:cNvSpPr txBox="1">
            <a:spLocks/>
          </p:cNvSpPr>
          <p:nvPr/>
        </p:nvSpPr>
        <p:spPr>
          <a:xfrm>
            <a:off x="7924800" y="6172200"/>
            <a:ext cx="2946400" cy="685800"/>
          </a:xfrm>
          <a:prstGeom prst="rect">
            <a:avLst/>
          </a:prstGeom>
        </p:spPr>
        <p:txBody>
          <a:bodyPr>
            <a:normAutofit fontScale="70000" lnSpcReduction="20000"/>
          </a:bodyPr>
          <a:lstStyle/>
          <a:p>
            <a:pPr marL="342900" indent="-342900" algn="r" eaLnBrk="1" fontAlgn="auto" hangingPunct="1">
              <a:spcBef>
                <a:spcPct val="20000"/>
              </a:spcBef>
              <a:spcAft>
                <a:spcPts val="0"/>
              </a:spcAft>
              <a:defRPr/>
            </a:pPr>
            <a:r>
              <a:rPr lang="en-US" sz="32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mn-lt"/>
              </a:rPr>
              <a:t>The Ethiopian Public Health  Institute</a:t>
            </a:r>
          </a:p>
        </p:txBody>
      </p:sp>
      <p:cxnSp>
        <p:nvCxnSpPr>
          <p:cNvPr id="6" name="Straight Connector 5">
            <a:extLst>
              <a:ext uri="{FF2B5EF4-FFF2-40B4-BE49-F238E27FC236}">
                <a16:creationId xmlns:a16="http://schemas.microsoft.com/office/drawing/2014/main" id="{460E5D46-0089-4C89-B1F1-FAA92EC74BE1}"/>
              </a:ext>
            </a:extLst>
          </p:cNvPr>
          <p:cNvCxnSpPr/>
          <p:nvPr/>
        </p:nvCxnSpPr>
        <p:spPr>
          <a:xfrm>
            <a:off x="622300" y="914400"/>
            <a:ext cx="11074400" cy="1588"/>
          </a:xfrm>
          <a:prstGeom prst="line">
            <a:avLst/>
          </a:prstGeom>
        </p:spPr>
        <p:style>
          <a:lnRef idx="3">
            <a:schemeClr val="accent5"/>
          </a:lnRef>
          <a:fillRef idx="0">
            <a:schemeClr val="accent5"/>
          </a:fillRef>
          <a:effectRef idx="2">
            <a:schemeClr val="accent5"/>
          </a:effectRef>
          <a:fontRef idx="minor">
            <a:schemeClr val="tx1"/>
          </a:fontRef>
        </p:style>
      </p:cxnSp>
      <p:grpSp>
        <p:nvGrpSpPr>
          <p:cNvPr id="7" name="Group 2">
            <a:extLst>
              <a:ext uri="{FF2B5EF4-FFF2-40B4-BE49-F238E27FC236}">
                <a16:creationId xmlns:a16="http://schemas.microsoft.com/office/drawing/2014/main" id="{427F6546-9D99-43AB-A182-78D0E4F79ED5}"/>
              </a:ext>
            </a:extLst>
          </p:cNvPr>
          <p:cNvGrpSpPr>
            <a:grpSpLocks/>
          </p:cNvGrpSpPr>
          <p:nvPr/>
        </p:nvGrpSpPr>
        <p:grpSpPr bwMode="auto">
          <a:xfrm>
            <a:off x="10972800" y="6172200"/>
            <a:ext cx="711200" cy="533400"/>
            <a:chOff x="107718225" y="107346750"/>
            <a:chExt cx="2705100" cy="3430905"/>
          </a:xfrm>
        </p:grpSpPr>
        <p:sp>
          <p:nvSpPr>
            <p:cNvPr id="8" name="Oval 3">
              <a:extLst>
                <a:ext uri="{FF2B5EF4-FFF2-40B4-BE49-F238E27FC236}">
                  <a16:creationId xmlns:a16="http://schemas.microsoft.com/office/drawing/2014/main" id="{C8E0279D-41F5-4691-8D60-E163024B8A37}"/>
                </a:ext>
              </a:extLst>
            </p:cNvPr>
            <p:cNvSpPr>
              <a:spLocks noChangeArrowheads="1"/>
            </p:cNvSpPr>
            <p:nvPr/>
          </p:nvSpPr>
          <p:spPr bwMode="auto">
            <a:xfrm>
              <a:off x="107718225" y="107346750"/>
              <a:ext cx="2705100" cy="3430905"/>
            </a:xfrm>
            <a:prstGeom prst="ellipse">
              <a:avLst/>
            </a:prstGeom>
            <a:solidFill>
              <a:srgbClr val="FFFFFF"/>
            </a:solidFill>
            <a:ln w="38100" cmpd="dbl" algn="ctr">
              <a:solidFill>
                <a:srgbClr val="000000"/>
              </a:solidFill>
              <a:round/>
              <a:headEnd/>
              <a:tailEnd/>
            </a:ln>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800">
                <a:latin typeface="Calibri" panose="020F0502020204030204" pitchFamily="34" charset="0"/>
              </a:endParaRPr>
            </a:p>
          </p:txBody>
        </p:sp>
        <p:pic>
          <p:nvPicPr>
            <p:cNvPr id="9" name="Picture 4" descr="EHNRI Logo Final 1">
              <a:extLst>
                <a:ext uri="{FF2B5EF4-FFF2-40B4-BE49-F238E27FC236}">
                  <a16:creationId xmlns:a16="http://schemas.microsoft.com/office/drawing/2014/main" id="{6C984292-5AC9-4FA8-8162-F1BE49262AF3}"/>
                </a:ext>
              </a:extLst>
            </p:cNvPr>
            <p:cNvPicPr>
              <a:picLocks noChangeAspect="1" noChangeArrowheads="1"/>
            </p:cNvPicPr>
            <p:nvPr/>
          </p:nvPicPr>
          <p:blipFill>
            <a:blip r:embed="rId2">
              <a:lum contrast="42000"/>
              <a:extLst>
                <a:ext uri="{28A0092B-C50C-407E-A947-70E740481C1C}">
                  <a14:useLocalDpi xmlns:a14="http://schemas.microsoft.com/office/drawing/2010/main" val="0"/>
                </a:ext>
              </a:extLst>
            </a:blip>
            <a:srcRect/>
            <a:stretch>
              <a:fillRect/>
            </a:stretch>
          </p:blipFill>
          <p:spPr bwMode="auto">
            <a:xfrm>
              <a:off x="108319356" y="108069044"/>
              <a:ext cx="1562949" cy="22357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10" name="WordArt 5">
              <a:extLst>
                <a:ext uri="{FF2B5EF4-FFF2-40B4-BE49-F238E27FC236}">
                  <a16:creationId xmlns:a16="http://schemas.microsoft.com/office/drawing/2014/main" id="{E46ED308-9842-4011-90A6-B6BEA074F031}"/>
                </a:ext>
              </a:extLst>
            </p:cNvPr>
            <p:cNvSpPr>
              <a:spLocks noChangeArrowheads="1" noChangeShapeType="1" noTextEdit="1"/>
            </p:cNvSpPr>
            <p:nvPr/>
          </p:nvSpPr>
          <p:spPr bwMode="auto">
            <a:xfrm>
              <a:off x="107921425" y="108083350"/>
              <a:ext cx="2287270" cy="2400300"/>
            </a:xfrm>
            <a:prstGeom prst="rect">
              <a:avLst/>
            </a:prstGeom>
          </p:spPr>
          <p:txBody>
            <a:bodyPr spcFirstLastPara="1" wrap="none" fromWordArt="1">
              <a:prstTxWarp prst="textArchDown">
                <a:avLst>
                  <a:gd name="adj" fmla="val 0"/>
                </a:avLst>
              </a:prstTxWarp>
            </a:bodyPr>
            <a:lstStyle/>
            <a:p>
              <a:pPr algn="ctr"/>
              <a:r>
                <a:rPr lang="en-US" sz="1800" b="1" kern="10">
                  <a:ln w="9525" algn="ctr">
                    <a:solidFill>
                      <a:srgbClr val="000000"/>
                    </a:solidFill>
                    <a:round/>
                    <a:headEnd/>
                    <a:tailEnd/>
                  </a:ln>
                  <a:solidFill>
                    <a:srgbClr val="000000"/>
                  </a:solidFill>
                  <a:latin typeface="Times New Roman" panose="02020603050405020304" pitchFamily="18" charset="0"/>
                  <a:cs typeface="Times New Roman" panose="02020603050405020304" pitchFamily="18" charset="0"/>
                </a:rPr>
                <a:t>Ethiopian Public Health Institute </a:t>
              </a:r>
            </a:p>
          </p:txBody>
        </p:sp>
        <p:sp>
          <p:nvSpPr>
            <p:cNvPr id="11" name="AutoShape 6">
              <a:extLst>
                <a:ext uri="{FF2B5EF4-FFF2-40B4-BE49-F238E27FC236}">
                  <a16:creationId xmlns:a16="http://schemas.microsoft.com/office/drawing/2014/main" id="{75036A6C-D18A-4F9F-94E0-6EDC1BBD5DD7}"/>
                </a:ext>
              </a:extLst>
            </p:cNvPr>
            <p:cNvSpPr>
              <a:spLocks noChangeArrowheads="1"/>
            </p:cNvSpPr>
            <p:nvPr/>
          </p:nvSpPr>
          <p:spPr bwMode="auto">
            <a:xfrm>
              <a:off x="107871195" y="108868196"/>
              <a:ext cx="104659" cy="102110"/>
            </a:xfrm>
            <a:prstGeom prst="star5">
              <a:avLst/>
            </a:prstGeom>
            <a:solidFill>
              <a:srgbClr val="000000"/>
            </a:solidFill>
            <a:ln w="9525" algn="ctr">
              <a:solidFill>
                <a:srgbClr val="000000"/>
              </a:solidFill>
              <a:miter lim="800000"/>
              <a:headEnd/>
              <a:tailEnd/>
            </a:ln>
          </p:spPr>
          <p:txBody>
            <a:bodyPr/>
            <a:lstStyle/>
            <a:p>
              <a:pPr eaLnBrk="1" fontAlgn="auto" hangingPunct="1">
                <a:spcBef>
                  <a:spcPts val="0"/>
                </a:spcBef>
                <a:spcAft>
                  <a:spcPts val="0"/>
                </a:spcAft>
                <a:defRPr/>
              </a:pPr>
              <a:endParaRPr lang="en-US" sz="1800" dirty="0">
                <a:latin typeface="+mn-lt"/>
              </a:endParaRPr>
            </a:p>
          </p:txBody>
        </p:sp>
        <p:sp>
          <p:nvSpPr>
            <p:cNvPr id="12" name="AutoShape 7">
              <a:extLst>
                <a:ext uri="{FF2B5EF4-FFF2-40B4-BE49-F238E27FC236}">
                  <a16:creationId xmlns:a16="http://schemas.microsoft.com/office/drawing/2014/main" id="{D92CBA27-E689-43FF-A939-BCA6B6AD58EA}"/>
                </a:ext>
              </a:extLst>
            </p:cNvPr>
            <p:cNvSpPr>
              <a:spLocks noChangeArrowheads="1"/>
            </p:cNvSpPr>
            <p:nvPr/>
          </p:nvSpPr>
          <p:spPr bwMode="auto">
            <a:xfrm>
              <a:off x="110157648" y="108868196"/>
              <a:ext cx="112713" cy="102110"/>
            </a:xfrm>
            <a:prstGeom prst="star5">
              <a:avLst/>
            </a:prstGeom>
            <a:solidFill>
              <a:srgbClr val="000000"/>
            </a:solidFill>
            <a:ln w="9525" algn="ctr">
              <a:solidFill>
                <a:srgbClr val="000000"/>
              </a:solidFill>
              <a:miter lim="800000"/>
              <a:headEnd/>
              <a:tailEnd/>
            </a:ln>
          </p:spPr>
          <p:txBody>
            <a:bodyPr/>
            <a:lstStyle/>
            <a:p>
              <a:pPr eaLnBrk="1" fontAlgn="auto" hangingPunct="1">
                <a:spcBef>
                  <a:spcPts val="0"/>
                </a:spcBef>
                <a:spcAft>
                  <a:spcPts val="0"/>
                </a:spcAft>
                <a:defRPr/>
              </a:pPr>
              <a:endParaRPr lang="en-US" sz="1800" dirty="0">
                <a:latin typeface="+mn-lt"/>
              </a:endParaRPr>
            </a:p>
          </p:txBody>
        </p:sp>
        <p:sp>
          <p:nvSpPr>
            <p:cNvPr id="13" name="WordArt 8">
              <a:extLst>
                <a:ext uri="{FF2B5EF4-FFF2-40B4-BE49-F238E27FC236}">
                  <a16:creationId xmlns:a16="http://schemas.microsoft.com/office/drawing/2014/main" id="{42294FB2-6C9E-49AE-AB64-814DEDEF3AF0}"/>
                </a:ext>
              </a:extLst>
            </p:cNvPr>
            <p:cNvSpPr>
              <a:spLocks noChangeArrowheads="1" noChangeShapeType="1" noTextEdit="1"/>
            </p:cNvSpPr>
            <p:nvPr/>
          </p:nvSpPr>
          <p:spPr bwMode="auto">
            <a:xfrm>
              <a:off x="107978577" y="107588052"/>
              <a:ext cx="2171702" cy="2241550"/>
            </a:xfrm>
            <a:prstGeom prst="rect">
              <a:avLst/>
            </a:prstGeom>
          </p:spPr>
          <p:txBody>
            <a:bodyPr spcFirstLastPara="1" wrap="none" fromWordArt="1">
              <a:prstTxWarp prst="textArchUp">
                <a:avLst>
                  <a:gd name="adj" fmla="val 10800004"/>
                </a:avLst>
              </a:prstTxWarp>
            </a:bodyPr>
            <a:lstStyle/>
            <a:p>
              <a:pPr algn="ctr"/>
              <a:r>
                <a:rPr lang="am-ET" sz="1800" kern="10">
                  <a:ln w="9525" algn="ctr">
                    <a:solidFill>
                      <a:srgbClr val="000000"/>
                    </a:solidFill>
                    <a:round/>
                    <a:headEnd/>
                    <a:tailEnd/>
                  </a:ln>
                  <a:solidFill>
                    <a:srgbClr val="000000"/>
                  </a:solidFill>
                  <a:latin typeface="+mn-lt"/>
                  <a:ea typeface="+mn-lt"/>
                  <a:cs typeface="+mn-lt"/>
                </a:rPr>
                <a:t>የኢትዮጵያ የሕብረተሰብ ጤና ኢንስቲትዩት</a:t>
              </a:r>
              <a:endParaRPr lang="en-US" sz="1800" kern="10">
                <a:ln w="9525" algn="ctr">
                  <a:solidFill>
                    <a:srgbClr val="000000"/>
                  </a:solidFill>
                  <a:round/>
                  <a:headEnd/>
                  <a:tailEnd/>
                </a:ln>
                <a:solidFill>
                  <a:srgbClr val="000000"/>
                </a:solidFill>
                <a:latin typeface="+mn-lt"/>
                <a:ea typeface="+mn-lt"/>
                <a:cs typeface="+mn-lt"/>
              </a:endParaRPr>
            </a:p>
          </p:txBody>
        </p:sp>
      </p:grpSp>
      <p:sp>
        <p:nvSpPr>
          <p:cNvPr id="2" name="Title 1"/>
          <p:cNvSpPr>
            <a:spLocks noGrp="1"/>
          </p:cNvSpPr>
          <p:nvPr>
            <p:ph type="title"/>
          </p:nvPr>
        </p:nvSpPr>
        <p:spPr>
          <a:xfrm>
            <a:off x="609600" y="274638"/>
            <a:ext cx="10972800" cy="487362"/>
          </a:xfrm>
        </p:spPr>
        <p:txBody>
          <a:bodyPr/>
          <a:lstStyle>
            <a:lvl1pPr>
              <a:defRPr sz="4000" b="1">
                <a:latin typeface="Arial" pitchFamily="34" charset="0"/>
                <a:cs typeface="Arial" pitchFamily="34" charset="0"/>
              </a:defRPr>
            </a:lvl1pPr>
          </a:lstStyle>
          <a:p>
            <a:r>
              <a:rPr lang="en-US" dirty="0"/>
              <a:t>Click to edit Master title style</a:t>
            </a:r>
          </a:p>
        </p:txBody>
      </p:sp>
      <p:sp>
        <p:nvSpPr>
          <p:cNvPr id="3" name="Content Placeholder 2"/>
          <p:cNvSpPr>
            <a:spLocks noGrp="1"/>
          </p:cNvSpPr>
          <p:nvPr>
            <p:ph idx="1"/>
          </p:nvPr>
        </p:nvSpPr>
        <p:spPr>
          <a:xfrm>
            <a:off x="609600" y="1066800"/>
            <a:ext cx="10972800" cy="4983163"/>
          </a:xfrm>
        </p:spPr>
        <p:txBody>
          <a:bodyPr/>
          <a:lstStyle>
            <a:lvl1pPr>
              <a:defRPr>
                <a:latin typeface="Arial" pitchFamily="34" charset="0"/>
                <a:cs typeface="Arial" pitchFamily="34" charset="0"/>
              </a:defRPr>
            </a:lvl1pPr>
            <a:lvl2pPr>
              <a:defRPr>
                <a:latin typeface="Arial" pitchFamily="34" charset="0"/>
                <a:cs typeface="Arial" pitchFamily="34" charset="0"/>
              </a:defRPr>
            </a:lvl2pPr>
            <a:lvl3pPr>
              <a:defRPr>
                <a:latin typeface="Arial" pitchFamily="34" charset="0"/>
                <a:cs typeface="Arial" pitchFamily="34" charset="0"/>
              </a:defRPr>
            </a:lvl3pPr>
            <a:lvl4pPr>
              <a:defRPr>
                <a:latin typeface="Arial" pitchFamily="34" charset="0"/>
                <a:cs typeface="Arial" pitchFamily="34" charset="0"/>
              </a:defRPr>
            </a:lvl4pPr>
            <a:lvl5pPr>
              <a:defRPr>
                <a:latin typeface="Arial" pitchFamily="34" charset="0"/>
                <a:cs typeface="Arial"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Date Placeholder 3">
            <a:extLst>
              <a:ext uri="{FF2B5EF4-FFF2-40B4-BE49-F238E27FC236}">
                <a16:creationId xmlns:a16="http://schemas.microsoft.com/office/drawing/2014/main" id="{043A8FB5-B2DC-4B60-A5F3-EEDEC81D5A7E}"/>
              </a:ext>
            </a:extLst>
          </p:cNvPr>
          <p:cNvSpPr>
            <a:spLocks noGrp="1"/>
          </p:cNvSpPr>
          <p:nvPr>
            <p:ph type="dt" sz="half" idx="10"/>
          </p:nvPr>
        </p:nvSpPr>
        <p:spPr/>
        <p:txBody>
          <a:bodyPr/>
          <a:lstStyle>
            <a:lvl1pPr>
              <a:defRPr/>
            </a:lvl1pPr>
          </a:lstStyle>
          <a:p>
            <a:pPr>
              <a:defRPr/>
            </a:pPr>
            <a:fld id="{8085034C-D74A-4A6F-A520-3FDF77D5BBD3}" type="datetimeFigureOut">
              <a:rPr lang="en-US"/>
              <a:pPr>
                <a:defRPr/>
              </a:pPr>
              <a:t>12/31/2024</a:t>
            </a:fld>
            <a:endParaRPr lang="en-US"/>
          </a:p>
        </p:txBody>
      </p:sp>
      <p:sp>
        <p:nvSpPr>
          <p:cNvPr id="15" name="Footer Placeholder 4">
            <a:extLst>
              <a:ext uri="{FF2B5EF4-FFF2-40B4-BE49-F238E27FC236}">
                <a16:creationId xmlns:a16="http://schemas.microsoft.com/office/drawing/2014/main" id="{DAE1DC82-7200-4091-AE3C-DBDFA5683097}"/>
              </a:ext>
            </a:extLst>
          </p:cNvPr>
          <p:cNvSpPr>
            <a:spLocks noGrp="1"/>
          </p:cNvSpPr>
          <p:nvPr>
            <p:ph type="ftr" sz="quarter" idx="11"/>
          </p:nvPr>
        </p:nvSpPr>
        <p:spPr/>
        <p:txBody>
          <a:bodyPr/>
          <a:lstStyle>
            <a:lvl1pPr>
              <a:defRPr/>
            </a:lvl1pPr>
          </a:lstStyle>
          <a:p>
            <a:pPr>
              <a:defRPr/>
            </a:pPr>
            <a:endParaRPr lang="en-US"/>
          </a:p>
        </p:txBody>
      </p:sp>
      <p:sp>
        <p:nvSpPr>
          <p:cNvPr id="16" name="Slide Number Placeholder 5">
            <a:extLst>
              <a:ext uri="{FF2B5EF4-FFF2-40B4-BE49-F238E27FC236}">
                <a16:creationId xmlns:a16="http://schemas.microsoft.com/office/drawing/2014/main" id="{ABCDC784-D1B0-4B78-B511-577A3A49B28B}"/>
              </a:ext>
            </a:extLst>
          </p:cNvPr>
          <p:cNvSpPr>
            <a:spLocks noGrp="1"/>
          </p:cNvSpPr>
          <p:nvPr>
            <p:ph type="sldNum" sz="quarter" idx="12"/>
          </p:nvPr>
        </p:nvSpPr>
        <p:spPr/>
        <p:txBody>
          <a:bodyPr/>
          <a:lstStyle>
            <a:lvl1pPr>
              <a:defRPr/>
            </a:lvl1pPr>
          </a:lstStyle>
          <a:p>
            <a:pPr>
              <a:defRPr/>
            </a:pPr>
            <a:fld id="{70D606EB-ECCA-4F52-8E43-6FEC612ED780}" type="slidenum">
              <a:rPr lang="en-US" altLang="en-US"/>
              <a:pPr>
                <a:defRPr/>
              </a:pPr>
              <a:t>‹#›</a:t>
            </a:fld>
            <a:endParaRPr lang="en-US" altLang="en-US"/>
          </a:p>
        </p:txBody>
      </p:sp>
    </p:spTree>
    <p:extLst>
      <p:ext uri="{BB962C8B-B14F-4D97-AF65-F5344CB8AC3E}">
        <p14:creationId xmlns:p14="http://schemas.microsoft.com/office/powerpoint/2010/main" val="22395991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57A139F-F88E-4C75-93AD-2F7812A35A77}"/>
              </a:ext>
            </a:extLst>
          </p:cNvPr>
          <p:cNvSpPr>
            <a:spLocks noGrp="1"/>
          </p:cNvSpPr>
          <p:nvPr>
            <p:ph type="dt" sz="half" idx="10"/>
          </p:nvPr>
        </p:nvSpPr>
        <p:spPr/>
        <p:txBody>
          <a:bodyPr/>
          <a:lstStyle>
            <a:lvl1pPr>
              <a:defRPr/>
            </a:lvl1pPr>
          </a:lstStyle>
          <a:p>
            <a:pPr>
              <a:defRPr/>
            </a:pPr>
            <a:fld id="{C0894812-A332-47F5-8C6E-FCD99849948F}" type="datetimeFigureOut">
              <a:rPr lang="en-US"/>
              <a:pPr>
                <a:defRPr/>
              </a:pPr>
              <a:t>12/31/2024</a:t>
            </a:fld>
            <a:endParaRPr lang="en-US"/>
          </a:p>
        </p:txBody>
      </p:sp>
      <p:sp>
        <p:nvSpPr>
          <p:cNvPr id="5" name="Footer Placeholder 4">
            <a:extLst>
              <a:ext uri="{FF2B5EF4-FFF2-40B4-BE49-F238E27FC236}">
                <a16:creationId xmlns:a16="http://schemas.microsoft.com/office/drawing/2014/main" id="{6F586717-D95F-4384-9E59-44467F21D4C4}"/>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03647B75-6DC9-406B-B0A7-8A8A8852946D}"/>
              </a:ext>
            </a:extLst>
          </p:cNvPr>
          <p:cNvSpPr>
            <a:spLocks noGrp="1"/>
          </p:cNvSpPr>
          <p:nvPr>
            <p:ph type="sldNum" sz="quarter" idx="12"/>
          </p:nvPr>
        </p:nvSpPr>
        <p:spPr/>
        <p:txBody>
          <a:bodyPr/>
          <a:lstStyle>
            <a:lvl1pPr>
              <a:defRPr/>
            </a:lvl1pPr>
          </a:lstStyle>
          <a:p>
            <a:pPr>
              <a:defRPr/>
            </a:pPr>
            <a:fld id="{A48A9BCB-F3F7-479A-9068-88F15A51667B}" type="slidenum">
              <a:rPr lang="en-US" altLang="en-US"/>
              <a:pPr>
                <a:defRPr/>
              </a:pPr>
              <a:t>‹#›</a:t>
            </a:fld>
            <a:endParaRPr lang="en-US" altLang="en-US"/>
          </a:p>
        </p:txBody>
      </p:sp>
    </p:spTree>
    <p:extLst>
      <p:ext uri="{BB962C8B-B14F-4D97-AF65-F5344CB8AC3E}">
        <p14:creationId xmlns:p14="http://schemas.microsoft.com/office/powerpoint/2010/main" val="17659135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000">
                <a:latin typeface="Arial" pitchFamily="34" charset="0"/>
                <a:cs typeface="Arial" pitchFamily="34" charset="0"/>
              </a:defRPr>
            </a:lvl1pPr>
          </a:lstStyle>
          <a:p>
            <a:r>
              <a:rPr lang="en-US" dirty="0"/>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AE4896CE-2D3A-45A7-BEA0-A07AD5180A8E}"/>
              </a:ext>
            </a:extLst>
          </p:cNvPr>
          <p:cNvSpPr>
            <a:spLocks noGrp="1"/>
          </p:cNvSpPr>
          <p:nvPr>
            <p:ph type="dt" sz="half" idx="10"/>
          </p:nvPr>
        </p:nvSpPr>
        <p:spPr/>
        <p:txBody>
          <a:bodyPr/>
          <a:lstStyle>
            <a:lvl1pPr>
              <a:defRPr/>
            </a:lvl1pPr>
          </a:lstStyle>
          <a:p>
            <a:pPr>
              <a:defRPr/>
            </a:pPr>
            <a:fld id="{46D57C99-AA12-493C-9FC1-A36A53A7806C}" type="datetimeFigureOut">
              <a:rPr lang="en-US"/>
              <a:pPr>
                <a:defRPr/>
              </a:pPr>
              <a:t>12/31/2024</a:t>
            </a:fld>
            <a:endParaRPr lang="en-US"/>
          </a:p>
        </p:txBody>
      </p:sp>
      <p:sp>
        <p:nvSpPr>
          <p:cNvPr id="6" name="Footer Placeholder 4">
            <a:extLst>
              <a:ext uri="{FF2B5EF4-FFF2-40B4-BE49-F238E27FC236}">
                <a16:creationId xmlns:a16="http://schemas.microsoft.com/office/drawing/2014/main" id="{419AC83C-38BB-4E02-8C51-1F18D49621E4}"/>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A559C0AD-3662-4861-A6EE-5A6A93026185}"/>
              </a:ext>
            </a:extLst>
          </p:cNvPr>
          <p:cNvSpPr>
            <a:spLocks noGrp="1"/>
          </p:cNvSpPr>
          <p:nvPr>
            <p:ph type="sldNum" sz="quarter" idx="12"/>
          </p:nvPr>
        </p:nvSpPr>
        <p:spPr/>
        <p:txBody>
          <a:bodyPr/>
          <a:lstStyle>
            <a:lvl1pPr>
              <a:defRPr/>
            </a:lvl1pPr>
          </a:lstStyle>
          <a:p>
            <a:pPr>
              <a:defRPr/>
            </a:pPr>
            <a:fld id="{5392ECAD-E2A9-4AC2-AF38-C909280B6E23}" type="slidenum">
              <a:rPr lang="en-US" altLang="en-US"/>
              <a:pPr>
                <a:defRPr/>
              </a:pPr>
              <a:t>‹#›</a:t>
            </a:fld>
            <a:endParaRPr lang="en-US" altLang="en-US"/>
          </a:p>
        </p:txBody>
      </p:sp>
    </p:spTree>
    <p:extLst>
      <p:ext uri="{BB962C8B-B14F-4D97-AF65-F5344CB8AC3E}">
        <p14:creationId xmlns:p14="http://schemas.microsoft.com/office/powerpoint/2010/main" val="20806804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E7322A1F-E3FF-440F-8601-B18916D09D0A}"/>
              </a:ext>
            </a:extLst>
          </p:cNvPr>
          <p:cNvSpPr>
            <a:spLocks noGrp="1"/>
          </p:cNvSpPr>
          <p:nvPr>
            <p:ph type="dt" sz="half" idx="10"/>
          </p:nvPr>
        </p:nvSpPr>
        <p:spPr/>
        <p:txBody>
          <a:bodyPr/>
          <a:lstStyle>
            <a:lvl1pPr>
              <a:defRPr/>
            </a:lvl1pPr>
          </a:lstStyle>
          <a:p>
            <a:pPr>
              <a:defRPr/>
            </a:pPr>
            <a:fld id="{C3938438-6428-49EC-B0A4-1153A85BADDB}" type="datetimeFigureOut">
              <a:rPr lang="en-US"/>
              <a:pPr>
                <a:defRPr/>
              </a:pPr>
              <a:t>12/31/2024</a:t>
            </a:fld>
            <a:endParaRPr lang="en-US"/>
          </a:p>
        </p:txBody>
      </p:sp>
      <p:sp>
        <p:nvSpPr>
          <p:cNvPr id="8" name="Footer Placeholder 4">
            <a:extLst>
              <a:ext uri="{FF2B5EF4-FFF2-40B4-BE49-F238E27FC236}">
                <a16:creationId xmlns:a16="http://schemas.microsoft.com/office/drawing/2014/main" id="{C1A66E9E-25B2-4C16-9D08-266935E3F2C5}"/>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B92CBEE2-40CE-48A4-8827-87CBC450C3F3}"/>
              </a:ext>
            </a:extLst>
          </p:cNvPr>
          <p:cNvSpPr>
            <a:spLocks noGrp="1"/>
          </p:cNvSpPr>
          <p:nvPr>
            <p:ph type="sldNum" sz="quarter" idx="12"/>
          </p:nvPr>
        </p:nvSpPr>
        <p:spPr/>
        <p:txBody>
          <a:bodyPr/>
          <a:lstStyle>
            <a:lvl1pPr>
              <a:defRPr/>
            </a:lvl1pPr>
          </a:lstStyle>
          <a:p>
            <a:pPr>
              <a:defRPr/>
            </a:pPr>
            <a:fld id="{414667CA-0785-42AE-8C6A-A0176F1C4477}" type="slidenum">
              <a:rPr lang="en-US" altLang="en-US"/>
              <a:pPr>
                <a:defRPr/>
              </a:pPr>
              <a:t>‹#›</a:t>
            </a:fld>
            <a:endParaRPr lang="en-US" altLang="en-US"/>
          </a:p>
        </p:txBody>
      </p:sp>
    </p:spTree>
    <p:extLst>
      <p:ext uri="{BB962C8B-B14F-4D97-AF65-F5344CB8AC3E}">
        <p14:creationId xmlns:p14="http://schemas.microsoft.com/office/powerpoint/2010/main" val="36102479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D1571636-94A2-45CB-A160-31F7A1815C04}"/>
              </a:ext>
            </a:extLst>
          </p:cNvPr>
          <p:cNvSpPr>
            <a:spLocks noGrp="1"/>
          </p:cNvSpPr>
          <p:nvPr>
            <p:ph type="dt" sz="half" idx="10"/>
          </p:nvPr>
        </p:nvSpPr>
        <p:spPr/>
        <p:txBody>
          <a:bodyPr/>
          <a:lstStyle>
            <a:lvl1pPr>
              <a:defRPr/>
            </a:lvl1pPr>
          </a:lstStyle>
          <a:p>
            <a:pPr>
              <a:defRPr/>
            </a:pPr>
            <a:fld id="{D7B0A397-A08E-4586-B6FC-584683158094}" type="datetimeFigureOut">
              <a:rPr lang="en-US"/>
              <a:pPr>
                <a:defRPr/>
              </a:pPr>
              <a:t>12/31/2024</a:t>
            </a:fld>
            <a:endParaRPr lang="en-US"/>
          </a:p>
        </p:txBody>
      </p:sp>
      <p:sp>
        <p:nvSpPr>
          <p:cNvPr id="4" name="Footer Placeholder 4">
            <a:extLst>
              <a:ext uri="{FF2B5EF4-FFF2-40B4-BE49-F238E27FC236}">
                <a16:creationId xmlns:a16="http://schemas.microsoft.com/office/drawing/2014/main" id="{78FF12A1-0754-4FAD-8552-1F63707708CA}"/>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157C53FE-93C2-49A3-9F1F-0868CD4655D6}"/>
              </a:ext>
            </a:extLst>
          </p:cNvPr>
          <p:cNvSpPr>
            <a:spLocks noGrp="1"/>
          </p:cNvSpPr>
          <p:nvPr>
            <p:ph type="sldNum" sz="quarter" idx="12"/>
          </p:nvPr>
        </p:nvSpPr>
        <p:spPr/>
        <p:txBody>
          <a:bodyPr/>
          <a:lstStyle>
            <a:lvl1pPr>
              <a:defRPr/>
            </a:lvl1pPr>
          </a:lstStyle>
          <a:p>
            <a:pPr>
              <a:defRPr/>
            </a:pPr>
            <a:fld id="{F70BB750-985E-4381-AB3F-634B7BEC400A}" type="slidenum">
              <a:rPr lang="en-US" altLang="en-US"/>
              <a:pPr>
                <a:defRPr/>
              </a:pPr>
              <a:t>‹#›</a:t>
            </a:fld>
            <a:endParaRPr lang="en-US" altLang="en-US"/>
          </a:p>
        </p:txBody>
      </p:sp>
    </p:spTree>
    <p:extLst>
      <p:ext uri="{BB962C8B-B14F-4D97-AF65-F5344CB8AC3E}">
        <p14:creationId xmlns:p14="http://schemas.microsoft.com/office/powerpoint/2010/main" val="12941679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E8873FBD-3B4A-4E08-A5DE-C445D89E516D}"/>
              </a:ext>
            </a:extLst>
          </p:cNvPr>
          <p:cNvSpPr>
            <a:spLocks noGrp="1"/>
          </p:cNvSpPr>
          <p:nvPr>
            <p:ph type="dt" sz="half" idx="10"/>
          </p:nvPr>
        </p:nvSpPr>
        <p:spPr/>
        <p:txBody>
          <a:bodyPr/>
          <a:lstStyle>
            <a:lvl1pPr>
              <a:defRPr/>
            </a:lvl1pPr>
          </a:lstStyle>
          <a:p>
            <a:pPr>
              <a:defRPr/>
            </a:pPr>
            <a:fld id="{2661B87A-9634-4716-97DB-BF20E6FE6F7B}" type="datetimeFigureOut">
              <a:rPr lang="en-US"/>
              <a:pPr>
                <a:defRPr/>
              </a:pPr>
              <a:t>12/31/2024</a:t>
            </a:fld>
            <a:endParaRPr lang="en-US"/>
          </a:p>
        </p:txBody>
      </p:sp>
      <p:sp>
        <p:nvSpPr>
          <p:cNvPr id="3" name="Footer Placeholder 4">
            <a:extLst>
              <a:ext uri="{FF2B5EF4-FFF2-40B4-BE49-F238E27FC236}">
                <a16:creationId xmlns:a16="http://schemas.microsoft.com/office/drawing/2014/main" id="{28CE05FE-6D4A-4FA2-80E8-754A330BAFD1}"/>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5FAEE6AB-2479-45BF-80BA-2EF1DF74A8B3}"/>
              </a:ext>
            </a:extLst>
          </p:cNvPr>
          <p:cNvSpPr>
            <a:spLocks noGrp="1"/>
          </p:cNvSpPr>
          <p:nvPr>
            <p:ph type="sldNum" sz="quarter" idx="12"/>
          </p:nvPr>
        </p:nvSpPr>
        <p:spPr/>
        <p:txBody>
          <a:bodyPr/>
          <a:lstStyle>
            <a:lvl1pPr>
              <a:defRPr/>
            </a:lvl1pPr>
          </a:lstStyle>
          <a:p>
            <a:pPr>
              <a:defRPr/>
            </a:pPr>
            <a:fld id="{CDAED144-C00D-4528-97B3-BBB69B851B67}" type="slidenum">
              <a:rPr lang="en-US" altLang="en-US"/>
              <a:pPr>
                <a:defRPr/>
              </a:pPr>
              <a:t>‹#›</a:t>
            </a:fld>
            <a:endParaRPr lang="en-US" altLang="en-US"/>
          </a:p>
        </p:txBody>
      </p:sp>
    </p:spTree>
    <p:extLst>
      <p:ext uri="{BB962C8B-B14F-4D97-AF65-F5344CB8AC3E}">
        <p14:creationId xmlns:p14="http://schemas.microsoft.com/office/powerpoint/2010/main" val="10838641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3887CE9F-A87F-45C7-A88A-B0F3DE7AC4CA}"/>
              </a:ext>
            </a:extLst>
          </p:cNvPr>
          <p:cNvSpPr>
            <a:spLocks noGrp="1"/>
          </p:cNvSpPr>
          <p:nvPr>
            <p:ph type="dt" sz="half" idx="10"/>
          </p:nvPr>
        </p:nvSpPr>
        <p:spPr/>
        <p:txBody>
          <a:bodyPr/>
          <a:lstStyle>
            <a:lvl1pPr>
              <a:defRPr/>
            </a:lvl1pPr>
          </a:lstStyle>
          <a:p>
            <a:pPr>
              <a:defRPr/>
            </a:pPr>
            <a:fld id="{AD049CC5-9082-4DD6-A4D8-317358F02551}" type="datetimeFigureOut">
              <a:rPr lang="en-US"/>
              <a:pPr>
                <a:defRPr/>
              </a:pPr>
              <a:t>12/31/2024</a:t>
            </a:fld>
            <a:endParaRPr lang="en-US"/>
          </a:p>
        </p:txBody>
      </p:sp>
      <p:sp>
        <p:nvSpPr>
          <p:cNvPr id="6" name="Footer Placeholder 4">
            <a:extLst>
              <a:ext uri="{FF2B5EF4-FFF2-40B4-BE49-F238E27FC236}">
                <a16:creationId xmlns:a16="http://schemas.microsoft.com/office/drawing/2014/main" id="{471FF162-ACA7-4CCE-B2B0-E327395C9AC7}"/>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C3339A0F-1743-4C92-8742-4DD234ED4EC6}"/>
              </a:ext>
            </a:extLst>
          </p:cNvPr>
          <p:cNvSpPr>
            <a:spLocks noGrp="1"/>
          </p:cNvSpPr>
          <p:nvPr>
            <p:ph type="sldNum" sz="quarter" idx="12"/>
          </p:nvPr>
        </p:nvSpPr>
        <p:spPr/>
        <p:txBody>
          <a:bodyPr/>
          <a:lstStyle>
            <a:lvl1pPr>
              <a:defRPr/>
            </a:lvl1pPr>
          </a:lstStyle>
          <a:p>
            <a:pPr>
              <a:defRPr/>
            </a:pPr>
            <a:fld id="{B5281883-78F6-4BE9-BD1F-8B80BB45A137}" type="slidenum">
              <a:rPr lang="en-US" altLang="en-US"/>
              <a:pPr>
                <a:defRPr/>
              </a:pPr>
              <a:t>‹#›</a:t>
            </a:fld>
            <a:endParaRPr lang="en-US" altLang="en-US"/>
          </a:p>
        </p:txBody>
      </p:sp>
    </p:spTree>
    <p:extLst>
      <p:ext uri="{BB962C8B-B14F-4D97-AF65-F5344CB8AC3E}">
        <p14:creationId xmlns:p14="http://schemas.microsoft.com/office/powerpoint/2010/main" val="21844428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44BD6D7D-712A-417D-A225-C53D06F99ED1}"/>
              </a:ext>
            </a:extLst>
          </p:cNvPr>
          <p:cNvSpPr>
            <a:spLocks noGrp="1"/>
          </p:cNvSpPr>
          <p:nvPr>
            <p:ph type="dt" sz="half" idx="10"/>
          </p:nvPr>
        </p:nvSpPr>
        <p:spPr/>
        <p:txBody>
          <a:bodyPr/>
          <a:lstStyle>
            <a:lvl1pPr>
              <a:defRPr/>
            </a:lvl1pPr>
          </a:lstStyle>
          <a:p>
            <a:pPr>
              <a:defRPr/>
            </a:pPr>
            <a:fld id="{350785F0-B227-427A-A646-7C070C1A94F0}" type="datetimeFigureOut">
              <a:rPr lang="en-US"/>
              <a:pPr>
                <a:defRPr/>
              </a:pPr>
              <a:t>12/31/2024</a:t>
            </a:fld>
            <a:endParaRPr lang="en-US"/>
          </a:p>
        </p:txBody>
      </p:sp>
      <p:sp>
        <p:nvSpPr>
          <p:cNvPr id="6" name="Footer Placeholder 4">
            <a:extLst>
              <a:ext uri="{FF2B5EF4-FFF2-40B4-BE49-F238E27FC236}">
                <a16:creationId xmlns:a16="http://schemas.microsoft.com/office/drawing/2014/main" id="{1D2061AE-F814-41E6-ABE0-77618B4D0ED9}"/>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FD76C4AA-8C1B-46CD-92BD-824E011B954D}"/>
              </a:ext>
            </a:extLst>
          </p:cNvPr>
          <p:cNvSpPr>
            <a:spLocks noGrp="1"/>
          </p:cNvSpPr>
          <p:nvPr>
            <p:ph type="sldNum" sz="quarter" idx="12"/>
          </p:nvPr>
        </p:nvSpPr>
        <p:spPr/>
        <p:txBody>
          <a:bodyPr/>
          <a:lstStyle>
            <a:lvl1pPr>
              <a:defRPr/>
            </a:lvl1pPr>
          </a:lstStyle>
          <a:p>
            <a:pPr>
              <a:defRPr/>
            </a:pPr>
            <a:fld id="{47990E52-F7F7-4B7C-B543-93E6BC9EC46D}" type="slidenum">
              <a:rPr lang="en-US" altLang="en-US"/>
              <a:pPr>
                <a:defRPr/>
              </a:pPr>
              <a:t>‹#›</a:t>
            </a:fld>
            <a:endParaRPr lang="en-US" altLang="en-US"/>
          </a:p>
        </p:txBody>
      </p:sp>
    </p:spTree>
    <p:extLst>
      <p:ext uri="{BB962C8B-B14F-4D97-AF65-F5344CB8AC3E}">
        <p14:creationId xmlns:p14="http://schemas.microsoft.com/office/powerpoint/2010/main" val="1736721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1113A67-27E3-49E6-B05E-63A39C74220B}"/>
              </a:ext>
            </a:extLst>
          </p:cNvPr>
          <p:cNvSpPr>
            <a:spLocks noGrp="1"/>
          </p:cNvSpPr>
          <p:nvPr>
            <p:ph type="dt" sz="half" idx="10"/>
          </p:nvPr>
        </p:nvSpPr>
        <p:spPr/>
        <p:txBody>
          <a:bodyPr/>
          <a:lstStyle>
            <a:lvl1pPr>
              <a:defRPr/>
            </a:lvl1pPr>
          </a:lstStyle>
          <a:p>
            <a:pPr>
              <a:defRPr/>
            </a:pPr>
            <a:fld id="{033F98F5-CCA6-4425-AD7B-0651C09A7499}" type="datetimeFigureOut">
              <a:rPr lang="en-US"/>
              <a:pPr>
                <a:defRPr/>
              </a:pPr>
              <a:t>12/31/2024</a:t>
            </a:fld>
            <a:endParaRPr lang="en-US"/>
          </a:p>
        </p:txBody>
      </p:sp>
      <p:sp>
        <p:nvSpPr>
          <p:cNvPr id="5" name="Footer Placeholder 4">
            <a:extLst>
              <a:ext uri="{FF2B5EF4-FFF2-40B4-BE49-F238E27FC236}">
                <a16:creationId xmlns:a16="http://schemas.microsoft.com/office/drawing/2014/main" id="{30CE861D-1CED-405B-80A8-F6D0C178FBF5}"/>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68111DC2-14E4-4242-9167-AF1BBBBDD025}"/>
              </a:ext>
            </a:extLst>
          </p:cNvPr>
          <p:cNvSpPr>
            <a:spLocks noGrp="1"/>
          </p:cNvSpPr>
          <p:nvPr>
            <p:ph type="sldNum" sz="quarter" idx="12"/>
          </p:nvPr>
        </p:nvSpPr>
        <p:spPr/>
        <p:txBody>
          <a:bodyPr/>
          <a:lstStyle>
            <a:lvl1pPr>
              <a:defRPr/>
            </a:lvl1pPr>
          </a:lstStyle>
          <a:p>
            <a:pPr>
              <a:defRPr/>
            </a:pPr>
            <a:fld id="{2031AD4F-BC9F-4F43-A8D6-405D87072450}" type="slidenum">
              <a:rPr lang="en-US" altLang="en-US"/>
              <a:pPr>
                <a:defRPr/>
              </a:pPr>
              <a:t>‹#›</a:t>
            </a:fld>
            <a:endParaRPr lang="en-US" altLang="en-US"/>
          </a:p>
        </p:txBody>
      </p:sp>
    </p:spTree>
    <p:extLst>
      <p:ext uri="{BB962C8B-B14F-4D97-AF65-F5344CB8AC3E}">
        <p14:creationId xmlns:p14="http://schemas.microsoft.com/office/powerpoint/2010/main" val="41979812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1B2150E-537D-4C72-BD83-B4AFE98DCE2D}"/>
              </a:ext>
            </a:extLst>
          </p:cNvPr>
          <p:cNvSpPr>
            <a:spLocks noGrp="1"/>
          </p:cNvSpPr>
          <p:nvPr>
            <p:ph type="dt" sz="half" idx="10"/>
          </p:nvPr>
        </p:nvSpPr>
        <p:spPr/>
        <p:txBody>
          <a:bodyPr/>
          <a:lstStyle>
            <a:lvl1pPr>
              <a:defRPr/>
            </a:lvl1pPr>
          </a:lstStyle>
          <a:p>
            <a:pPr>
              <a:defRPr/>
            </a:pPr>
            <a:fld id="{8C66C5DB-6CB8-49C1-B490-2BFF844232CE}" type="datetimeFigureOut">
              <a:rPr lang="en-US"/>
              <a:pPr>
                <a:defRPr/>
              </a:pPr>
              <a:t>12/31/2024</a:t>
            </a:fld>
            <a:endParaRPr lang="en-US"/>
          </a:p>
        </p:txBody>
      </p:sp>
      <p:sp>
        <p:nvSpPr>
          <p:cNvPr id="5" name="Footer Placeholder 4">
            <a:extLst>
              <a:ext uri="{FF2B5EF4-FFF2-40B4-BE49-F238E27FC236}">
                <a16:creationId xmlns:a16="http://schemas.microsoft.com/office/drawing/2014/main" id="{CBB8D3F9-58BA-4BAF-9973-65823ECD9CAE}"/>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7436964B-A941-413D-8CE0-C7ABC7D07AB8}"/>
              </a:ext>
            </a:extLst>
          </p:cNvPr>
          <p:cNvSpPr>
            <a:spLocks noGrp="1"/>
          </p:cNvSpPr>
          <p:nvPr>
            <p:ph type="sldNum" sz="quarter" idx="12"/>
          </p:nvPr>
        </p:nvSpPr>
        <p:spPr/>
        <p:txBody>
          <a:bodyPr/>
          <a:lstStyle>
            <a:lvl1pPr>
              <a:defRPr/>
            </a:lvl1pPr>
          </a:lstStyle>
          <a:p>
            <a:pPr>
              <a:defRPr/>
            </a:pPr>
            <a:fld id="{97AE3CF8-14F1-4E5D-86EB-B212E9A30E9B}" type="slidenum">
              <a:rPr lang="en-US" altLang="en-US"/>
              <a:pPr>
                <a:defRPr/>
              </a:pPr>
              <a:t>‹#›</a:t>
            </a:fld>
            <a:endParaRPr lang="en-US" altLang="en-US"/>
          </a:p>
        </p:txBody>
      </p:sp>
    </p:spTree>
    <p:extLst>
      <p:ext uri="{BB962C8B-B14F-4D97-AF65-F5344CB8AC3E}">
        <p14:creationId xmlns:p14="http://schemas.microsoft.com/office/powerpoint/2010/main" val="16411406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D60AF328-C1B9-438B-ADA6-76AC6184E15E}"/>
              </a:ext>
            </a:extLst>
          </p:cNvPr>
          <p:cNvSpPr>
            <a:spLocks noGrp="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6D8C104A-9FAC-47EE-9D14-EEAD653220C0}"/>
              </a:ext>
            </a:extLst>
          </p:cNvPr>
          <p:cNvSpPr>
            <a:spLocks noGrp="1"/>
          </p:cNvSpPr>
          <p:nvPr>
            <p:ph type="body" idx="1"/>
          </p:nvPr>
        </p:nvSpPr>
        <p:spPr bwMode="auto">
          <a:xfrm>
            <a:off x="609600" y="1600201"/>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FA0205DD-39E1-4509-93CC-BB1DF2E3F739}"/>
              </a:ext>
            </a:extLst>
          </p:cNvPr>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defRPr>
            </a:lvl1pPr>
          </a:lstStyle>
          <a:p>
            <a:pPr>
              <a:defRPr/>
            </a:pPr>
            <a:fld id="{8C5231AE-0026-462A-831A-26E4DF5507AC}" type="datetimeFigureOut">
              <a:rPr lang="en-US"/>
              <a:pPr>
                <a:defRPr/>
              </a:pPr>
              <a:t>12/31/2024</a:t>
            </a:fld>
            <a:endParaRPr lang="en-US"/>
          </a:p>
        </p:txBody>
      </p:sp>
      <p:sp>
        <p:nvSpPr>
          <p:cNvPr id="5" name="Footer Placeholder 4">
            <a:extLst>
              <a:ext uri="{FF2B5EF4-FFF2-40B4-BE49-F238E27FC236}">
                <a16:creationId xmlns:a16="http://schemas.microsoft.com/office/drawing/2014/main" id="{51DE42B4-A639-4A84-B139-39643374C8FD}"/>
              </a:ext>
            </a:extLst>
          </p:cNvPr>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defRPr>
            </a:lvl1pPr>
          </a:lstStyle>
          <a:p>
            <a:pPr>
              <a:defRPr/>
            </a:pPr>
            <a:endParaRPr lang="en-US"/>
          </a:p>
        </p:txBody>
      </p:sp>
      <p:sp>
        <p:nvSpPr>
          <p:cNvPr id="6" name="Slide Number Placeholder 5">
            <a:extLst>
              <a:ext uri="{FF2B5EF4-FFF2-40B4-BE49-F238E27FC236}">
                <a16:creationId xmlns:a16="http://schemas.microsoft.com/office/drawing/2014/main" id="{8361F6D7-767E-4032-8974-5EF286057912}"/>
              </a:ext>
            </a:extLst>
          </p:cNvPr>
          <p:cNvSpPr>
            <a:spLocks noGrp="1"/>
          </p:cNvSpPr>
          <p:nvPr>
            <p:ph type="sldNum" sz="quarter" idx="4"/>
          </p:nvPr>
        </p:nvSpPr>
        <p:spPr>
          <a:xfrm>
            <a:off x="8737600" y="6356351"/>
            <a:ext cx="28448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latin typeface="Calibri" panose="020F0502020204030204" pitchFamily="34" charset="0"/>
              </a:defRPr>
            </a:lvl1pPr>
          </a:lstStyle>
          <a:p>
            <a:pPr>
              <a:defRPr/>
            </a:pPr>
            <a:fld id="{72A77241-62CB-420B-9F0F-9800C3C082C1}" type="slidenum">
              <a:rPr lang="en-US" altLang="en-US"/>
              <a:pPr>
                <a:defRPr/>
              </a:pPr>
              <a:t>‹#›</a:t>
            </a:fld>
            <a:endParaRPr lang="en-US" altLang="en-US"/>
          </a:p>
        </p:txBody>
      </p:sp>
    </p:spTree>
    <p:extLst>
      <p:ext uri="{BB962C8B-B14F-4D97-AF65-F5344CB8AC3E}">
        <p14:creationId xmlns:p14="http://schemas.microsoft.com/office/powerpoint/2010/main" val="316426784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3">
            <a:extLst>
              <a:ext uri="{FF2B5EF4-FFF2-40B4-BE49-F238E27FC236}">
                <a16:creationId xmlns:a16="http://schemas.microsoft.com/office/drawing/2014/main" id="{45138FA5-C322-474F-9EC2-23EE3640A95F}"/>
              </a:ext>
            </a:extLst>
          </p:cNvPr>
          <p:cNvSpPr>
            <a:spLocks noGrp="1"/>
          </p:cNvSpPr>
          <p:nvPr>
            <p:ph type="subTitle" idx="1"/>
          </p:nvPr>
        </p:nvSpPr>
        <p:spPr>
          <a:xfrm>
            <a:off x="1021773" y="292040"/>
            <a:ext cx="10668000" cy="523220"/>
          </a:xfrm>
        </p:spPr>
        <p:txBody>
          <a:bodyPr wrap="square" anchor="ctr">
            <a:spAutoFit/>
          </a:bodyPr>
          <a:lstStyle/>
          <a:p>
            <a:r>
              <a:rPr lang="en-US" altLang="en-US" sz="2800" b="1" dirty="0">
                <a:latin typeface="Tahoma" panose="020B0604030504040204" pitchFamily="34" charset="0"/>
                <a:ea typeface="Tahoma" panose="020B0604030504040204" pitchFamily="34" charset="0"/>
                <a:cs typeface="Tahoma" panose="020B0604030504040204" pitchFamily="34" charset="0"/>
              </a:rPr>
              <a:t>Ethiopian Public Health Institute (EPHI)</a:t>
            </a:r>
          </a:p>
        </p:txBody>
      </p:sp>
      <p:sp>
        <p:nvSpPr>
          <p:cNvPr id="6147" name="Rectangle 3">
            <a:extLst>
              <a:ext uri="{FF2B5EF4-FFF2-40B4-BE49-F238E27FC236}">
                <a16:creationId xmlns:a16="http://schemas.microsoft.com/office/drawing/2014/main" id="{EB47C844-9FDF-4C44-BF23-114C70B8B41C}"/>
              </a:ext>
            </a:extLst>
          </p:cNvPr>
          <p:cNvSpPr>
            <a:spLocks noChangeArrowheads="1"/>
          </p:cNvSpPr>
          <p:nvPr/>
        </p:nvSpPr>
        <p:spPr bwMode="auto">
          <a:xfrm>
            <a:off x="1351723" y="3562876"/>
            <a:ext cx="9183756" cy="3226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tabLst/>
              <a:defRPr/>
            </a:pPr>
            <a:endParaRPr kumimoji="0" lang="en-US" altLang="en-US" sz="2800" b="1" i="0" u="none" strike="noStrike" kern="1200" cap="none" spc="0" normalizeH="0" baseline="0" noProof="0" dirty="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endParaRPr>
          </a:p>
          <a:p>
            <a:pPr marL="0" marR="0" lvl="0" indent="0" algn="ctr" defTabSz="914400" rtl="0" eaLnBrk="0" fontAlgn="base" latinLnBrk="0" hangingPunct="0">
              <a:lnSpc>
                <a:spcPct val="150000"/>
              </a:lnSpc>
              <a:spcBef>
                <a:spcPct val="0"/>
              </a:spcBef>
              <a:spcAft>
                <a:spcPct val="0"/>
              </a:spcAft>
              <a:buClrTx/>
              <a:buSzTx/>
              <a:buFont typeface="Arial" panose="020B0604020202020204" pitchFamily="34" charset="0"/>
              <a:buNone/>
              <a:tabLst/>
              <a:defRPr/>
            </a:pPr>
            <a:endParaRPr lang="en-US" altLang="en-US" b="1" dirty="0">
              <a:solidFill>
                <a:schemeClr val="accent6">
                  <a:lumMod val="75000"/>
                </a:schemeClr>
              </a:solidFill>
              <a:latin typeface="Tahoma" panose="020B0604030504040204" pitchFamily="34" charset="0"/>
              <a:ea typeface="Tahoma" panose="020B0604030504040204" pitchFamily="34" charset="0"/>
              <a:cs typeface="Tahoma" panose="020B0604030504040204" pitchFamily="34" charset="0"/>
            </a:endParaRPr>
          </a:p>
          <a:p>
            <a:pPr marL="0" marR="0" lvl="0" indent="0" algn="ctr" defTabSz="914400" rtl="0" eaLnBrk="0" fontAlgn="base" latinLnBrk="0" hangingPunct="0">
              <a:lnSpc>
                <a:spcPct val="150000"/>
              </a:lnSpc>
              <a:spcBef>
                <a:spcPct val="0"/>
              </a:spcBef>
              <a:spcAft>
                <a:spcPct val="0"/>
              </a:spcAft>
              <a:buClrTx/>
              <a:buSzTx/>
              <a:buFont typeface="Arial" panose="020B0604020202020204" pitchFamily="34" charset="0"/>
              <a:buNone/>
              <a:tabLst/>
              <a:defRPr/>
            </a:pPr>
            <a:r>
              <a:rPr lang="en-US" altLang="en-US" b="1" dirty="0">
                <a:solidFill>
                  <a:schemeClr val="accent6">
                    <a:lumMod val="75000"/>
                  </a:schemeClr>
                </a:solidFill>
                <a:latin typeface="Tahoma" panose="020B0604030504040204" pitchFamily="34" charset="0"/>
                <a:ea typeface="Tahoma" panose="020B0604030504040204" pitchFamily="34" charset="0"/>
                <a:cs typeface="Tahoma" panose="020B0604030504040204" pitchFamily="34" charset="0"/>
              </a:rPr>
              <a:t>PHEM DHIS2 End-User Manual </a:t>
            </a:r>
          </a:p>
          <a:p>
            <a:pPr marL="0" marR="0" lvl="0" indent="0" algn="ctr" defTabSz="914400" rtl="0" eaLnBrk="0" fontAlgn="base" latinLnBrk="0" hangingPunct="0">
              <a:lnSpc>
                <a:spcPct val="150000"/>
              </a:lnSpc>
              <a:spcBef>
                <a:spcPct val="0"/>
              </a:spcBef>
              <a:spcAft>
                <a:spcPct val="0"/>
              </a:spcAft>
              <a:buClrTx/>
              <a:buSzTx/>
              <a:buFont typeface="Arial" panose="020B0604020202020204" pitchFamily="34" charset="0"/>
              <a:buNone/>
              <a:tabLst/>
              <a:defRPr/>
            </a:pPr>
            <a:r>
              <a:rPr lang="en-US" altLang="en-US" b="1" i="1" dirty="0">
                <a:solidFill>
                  <a:srgbClr val="000000"/>
                </a:solidFill>
                <a:latin typeface="Tahoma" panose="020B0604030504040204" pitchFamily="34" charset="0"/>
                <a:ea typeface="Tahoma" panose="020B0604030504040204" pitchFamily="34" charset="0"/>
                <a:cs typeface="Tahoma" panose="020B0604030504040204" pitchFamily="34" charset="0"/>
              </a:rPr>
              <a:t>VI.</a:t>
            </a:r>
            <a:r>
              <a:rPr kumimoji="0" lang="en-US" altLang="en-US" sz="3200" b="1" i="1" u="none" strike="noStrike" kern="1200" cap="none" spc="0" normalizeH="0" baseline="0" noProof="0" dirty="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rPr>
              <a:t> Report</a:t>
            </a:r>
          </a:p>
          <a:p>
            <a:pPr marL="0" marR="0" lvl="0" indent="0" algn="ctr" defTabSz="914400" rtl="0" eaLnBrk="0" fontAlgn="base" latinLnBrk="0" hangingPunct="0">
              <a:lnSpc>
                <a:spcPct val="150000"/>
              </a:lnSpc>
              <a:spcBef>
                <a:spcPct val="0"/>
              </a:spcBef>
              <a:spcAft>
                <a:spcPct val="0"/>
              </a:spcAft>
              <a:buClrTx/>
              <a:buSzTx/>
              <a:buFont typeface="Arial" panose="020B0604020202020204" pitchFamily="34" charset="0"/>
              <a:buNone/>
              <a:tabLst/>
              <a:defRPr/>
            </a:pPr>
            <a:endParaRPr kumimoji="0" lang="en-US" altLang="en-US" sz="2400" b="1" i="1" u="none" strike="noStrike" kern="1200" cap="none" spc="0" normalizeH="0" baseline="0" noProof="0" dirty="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2897562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idx="1"/>
          </p:nvPr>
        </p:nvSpPr>
        <p:spPr>
          <a:xfrm>
            <a:off x="112713" y="2655711"/>
            <a:ext cx="11966575" cy="1546578"/>
          </a:xfrm>
        </p:spPr>
        <p:txBody>
          <a:bodyPr>
            <a:normAutofit/>
          </a:bodyPr>
          <a:lstStyle/>
          <a:p>
            <a:pPr marL="0" indent="0" algn="ctr">
              <a:buNone/>
            </a:pPr>
            <a:r>
              <a:rPr lang="en-US" sz="8000" b="1" dirty="0">
                <a:solidFill>
                  <a:srgbClr val="002060"/>
                </a:solidFill>
                <a:latin typeface="Tahoma" panose="020B0604030504040204" pitchFamily="34" charset="0"/>
                <a:ea typeface="Tahoma" panose="020B0604030504040204" pitchFamily="34" charset="0"/>
                <a:cs typeface="Tahoma" panose="020B0604030504040204" pitchFamily="34" charset="0"/>
              </a:rPr>
              <a:t>Report</a:t>
            </a:r>
          </a:p>
        </p:txBody>
      </p:sp>
      <p:pic>
        <p:nvPicPr>
          <p:cNvPr id="2" name="Content Placeholder 4">
            <a:extLst>
              <a:ext uri="{FF2B5EF4-FFF2-40B4-BE49-F238E27FC236}">
                <a16:creationId xmlns:a16="http://schemas.microsoft.com/office/drawing/2014/main" id="{6A33926E-4A62-B2D7-5647-5DCE3A5BCC72}"/>
              </a:ext>
            </a:extLst>
          </p:cNvPr>
          <p:cNvPicPr>
            <a:picLocks noChangeAspect="1"/>
          </p:cNvPicPr>
          <p:nvPr/>
        </p:nvPicPr>
        <p:blipFill rotWithShape="1">
          <a:blip r:embed="rId2"/>
          <a:srcRect l="26325" r="21363" b="20784"/>
          <a:stretch/>
        </p:blipFill>
        <p:spPr>
          <a:xfrm>
            <a:off x="5512077" y="4086578"/>
            <a:ext cx="1167847" cy="1517857"/>
          </a:xfrm>
          <a:prstGeom prst="rect">
            <a:avLst/>
          </a:prstGeom>
        </p:spPr>
      </p:pic>
    </p:spTree>
    <p:extLst>
      <p:ext uri="{BB962C8B-B14F-4D97-AF65-F5344CB8AC3E}">
        <p14:creationId xmlns:p14="http://schemas.microsoft.com/office/powerpoint/2010/main" val="14375747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B54FB5-36FC-4D3D-AD42-FE2CAB19F242}"/>
              </a:ext>
            </a:extLst>
          </p:cNvPr>
          <p:cNvSpPr>
            <a:spLocks noGrp="1"/>
          </p:cNvSpPr>
          <p:nvPr>
            <p:ph type="title"/>
          </p:nvPr>
        </p:nvSpPr>
        <p:spPr/>
        <p:txBody>
          <a:bodyPr>
            <a:normAutofit fontScale="90000"/>
          </a:bodyPr>
          <a:lstStyle/>
          <a:p>
            <a:r>
              <a:rPr lang="en-US" dirty="0">
                <a:latin typeface="Tahoma" panose="020B0604030504040204" pitchFamily="34" charset="0"/>
                <a:ea typeface="Tahoma" panose="020B0604030504040204" pitchFamily="34" charset="0"/>
                <a:cs typeface="Tahoma" panose="020B0604030504040204" pitchFamily="34" charset="0"/>
              </a:rPr>
              <a:t>Reports App</a:t>
            </a:r>
            <a:endParaRPr lang="en-US" dirty="0">
              <a:solidFill>
                <a:srgbClr val="00B0F0"/>
              </a:solidFill>
              <a:latin typeface="Tahoma" panose="020B0604030504040204" pitchFamily="34" charset="0"/>
              <a:ea typeface="Tahoma" panose="020B0604030504040204" pitchFamily="34" charset="0"/>
              <a:cs typeface="Tahoma" panose="020B0604030504040204" pitchFamily="34" charset="0"/>
            </a:endParaRPr>
          </a:p>
        </p:txBody>
      </p:sp>
      <p:sp>
        <p:nvSpPr>
          <p:cNvPr id="3" name="Content Placeholder 2"/>
          <p:cNvSpPr>
            <a:spLocks noGrp="1"/>
          </p:cNvSpPr>
          <p:nvPr>
            <p:ph idx="1"/>
          </p:nvPr>
        </p:nvSpPr>
        <p:spPr>
          <a:xfrm>
            <a:off x="609599" y="1021645"/>
            <a:ext cx="11074401" cy="5119511"/>
          </a:xfrm>
        </p:spPr>
        <p:txBody>
          <a:bodyPr/>
          <a:lstStyle/>
          <a:p>
            <a:pPr marL="0" indent="0" algn="just">
              <a:buNone/>
            </a:pPr>
            <a:r>
              <a:rPr lang="en-US" b="1" dirty="0">
                <a:latin typeface="Tahoma" panose="020B0604030504040204" pitchFamily="34" charset="0"/>
                <a:ea typeface="Tahoma" panose="020B0604030504040204" pitchFamily="34" charset="0"/>
                <a:cs typeface="Tahoma" panose="020B0604030504040204" pitchFamily="34" charset="0"/>
              </a:rPr>
              <a:t>Reports APP session Overview</a:t>
            </a:r>
            <a:endParaRPr lang="en-US" dirty="0">
              <a:latin typeface="Tahoma" panose="020B0604030504040204" pitchFamily="34" charset="0"/>
              <a:ea typeface="Tahoma" panose="020B0604030504040204" pitchFamily="34" charset="0"/>
              <a:cs typeface="Tahoma" panose="020B0604030504040204" pitchFamily="34" charset="0"/>
            </a:endParaRPr>
          </a:p>
          <a:p>
            <a:pPr algn="just">
              <a:buFont typeface="Wingdings" panose="05000000000000000000" pitchFamily="2" charset="2"/>
              <a:buChar char="§"/>
            </a:pPr>
            <a:r>
              <a:rPr lang="en-US" dirty="0">
                <a:latin typeface="Tahoma" panose="020B0604030504040204" pitchFamily="34" charset="0"/>
                <a:ea typeface="Tahoma" panose="020B0604030504040204" pitchFamily="34" charset="0"/>
                <a:cs typeface="Tahoma" panose="020B0604030504040204" pitchFamily="34" charset="0"/>
              </a:rPr>
              <a:t>Overview of the Reports App</a:t>
            </a:r>
          </a:p>
          <a:p>
            <a:pPr algn="just">
              <a:buFont typeface="Wingdings" panose="05000000000000000000" pitchFamily="2" charset="2"/>
              <a:buChar char="§"/>
            </a:pPr>
            <a:r>
              <a:rPr lang="en-US" dirty="0">
                <a:latin typeface="Tahoma" panose="020B0604030504040204" pitchFamily="34" charset="0"/>
                <a:ea typeface="Tahoma" panose="020B0604030504040204" pitchFamily="34" charset="0"/>
                <a:cs typeface="Tahoma" panose="020B0604030504040204" pitchFamily="34" charset="0"/>
              </a:rPr>
              <a:t>Data Set Reports</a:t>
            </a:r>
          </a:p>
          <a:p>
            <a:pPr algn="just">
              <a:buFont typeface="Wingdings" panose="05000000000000000000" pitchFamily="2" charset="2"/>
              <a:buChar char="§"/>
            </a:pPr>
            <a:r>
              <a:rPr lang="en-US" dirty="0">
                <a:latin typeface="Tahoma" panose="020B0604030504040204" pitchFamily="34" charset="0"/>
                <a:ea typeface="Tahoma" panose="020B0604030504040204" pitchFamily="34" charset="0"/>
                <a:cs typeface="Tahoma" panose="020B0604030504040204" pitchFamily="34" charset="0"/>
              </a:rPr>
              <a:t>Reporting Rate Summary</a:t>
            </a:r>
          </a:p>
          <a:p>
            <a:pPr algn="just">
              <a:buFont typeface="Wingdings" panose="05000000000000000000" pitchFamily="2" charset="2"/>
              <a:buChar char="§"/>
            </a:pPr>
            <a:r>
              <a:rPr lang="en-US" dirty="0">
                <a:latin typeface="Tahoma" panose="020B0604030504040204" pitchFamily="34" charset="0"/>
                <a:ea typeface="Tahoma" panose="020B0604030504040204" pitchFamily="34" charset="0"/>
                <a:cs typeface="Tahoma" panose="020B0604030504040204" pitchFamily="34" charset="0"/>
              </a:rPr>
              <a:t>Resources</a:t>
            </a:r>
          </a:p>
          <a:p>
            <a:pPr algn="just">
              <a:buFont typeface="Wingdings" panose="05000000000000000000" pitchFamily="2" charset="2"/>
              <a:buChar char="§"/>
            </a:pPr>
            <a:r>
              <a:rPr lang="en-US" dirty="0">
                <a:latin typeface="Tahoma" panose="020B0604030504040204" pitchFamily="34" charset="0"/>
                <a:ea typeface="Tahoma" panose="020B0604030504040204" pitchFamily="34" charset="0"/>
                <a:cs typeface="Tahoma" panose="020B0604030504040204" pitchFamily="34" charset="0"/>
              </a:rPr>
              <a:t>Organization Unit Distribution Report</a:t>
            </a:r>
          </a:p>
          <a:p>
            <a:pPr marL="0" indent="0" algn="just">
              <a:buNone/>
            </a:pPr>
            <a:endParaRPr lang="en-US" sz="2400" dirty="0"/>
          </a:p>
        </p:txBody>
      </p:sp>
    </p:spTree>
    <p:extLst>
      <p:ext uri="{BB962C8B-B14F-4D97-AF65-F5344CB8AC3E}">
        <p14:creationId xmlns:p14="http://schemas.microsoft.com/office/powerpoint/2010/main" val="15543345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B54FB5-36FC-4D3D-AD42-FE2CAB19F242}"/>
              </a:ext>
            </a:extLst>
          </p:cNvPr>
          <p:cNvSpPr>
            <a:spLocks noGrp="1"/>
          </p:cNvSpPr>
          <p:nvPr>
            <p:ph type="title"/>
          </p:nvPr>
        </p:nvSpPr>
        <p:spPr/>
        <p:txBody>
          <a:bodyPr>
            <a:normAutofit fontScale="90000"/>
          </a:bodyPr>
          <a:lstStyle/>
          <a:p>
            <a:r>
              <a:rPr lang="en-US" dirty="0">
                <a:latin typeface="Tahoma" panose="020B0604030504040204" pitchFamily="34" charset="0"/>
                <a:ea typeface="Tahoma" panose="020B0604030504040204" pitchFamily="34" charset="0"/>
                <a:cs typeface="Tahoma" panose="020B0604030504040204" pitchFamily="34" charset="0"/>
              </a:rPr>
              <a:t>Reports App</a:t>
            </a:r>
            <a:endParaRPr lang="en-US" dirty="0">
              <a:solidFill>
                <a:srgbClr val="00B0F0"/>
              </a:solidFill>
              <a:latin typeface="Tahoma" panose="020B0604030504040204" pitchFamily="34" charset="0"/>
              <a:ea typeface="Tahoma" panose="020B0604030504040204" pitchFamily="34" charset="0"/>
              <a:cs typeface="Tahoma" panose="020B0604030504040204" pitchFamily="34" charset="0"/>
            </a:endParaRPr>
          </a:p>
        </p:txBody>
      </p:sp>
      <p:sp>
        <p:nvSpPr>
          <p:cNvPr id="3" name="Content Placeholder 2"/>
          <p:cNvSpPr>
            <a:spLocks noGrp="1"/>
          </p:cNvSpPr>
          <p:nvPr>
            <p:ph idx="1"/>
          </p:nvPr>
        </p:nvSpPr>
        <p:spPr>
          <a:xfrm>
            <a:off x="609599" y="1021645"/>
            <a:ext cx="11469511" cy="5119511"/>
          </a:xfrm>
        </p:spPr>
        <p:txBody>
          <a:bodyPr/>
          <a:lstStyle/>
          <a:p>
            <a:pPr marL="0" indent="0" algn="just">
              <a:lnSpc>
                <a:spcPct val="160000"/>
              </a:lnSpc>
              <a:buNone/>
            </a:pPr>
            <a:r>
              <a:rPr lang="en-US" sz="2400" b="1" dirty="0">
                <a:latin typeface="Tahoma" panose="020B0604030504040204" pitchFamily="34" charset="0"/>
                <a:ea typeface="Tahoma" panose="020B0604030504040204" pitchFamily="34" charset="0"/>
                <a:cs typeface="Tahoma" panose="020B0604030504040204" pitchFamily="34" charset="0"/>
              </a:rPr>
              <a:t>Overview of the Reports App</a:t>
            </a:r>
            <a:endParaRPr lang="en-US" sz="2400" dirty="0">
              <a:latin typeface="Tahoma" panose="020B0604030504040204" pitchFamily="34" charset="0"/>
              <a:ea typeface="Tahoma" panose="020B0604030504040204" pitchFamily="34" charset="0"/>
              <a:cs typeface="Tahoma" panose="020B0604030504040204" pitchFamily="34" charset="0"/>
            </a:endParaRPr>
          </a:p>
          <a:p>
            <a:pPr algn="just">
              <a:lnSpc>
                <a:spcPct val="160000"/>
              </a:lnSpc>
            </a:pPr>
            <a:r>
              <a:rPr lang="en-US" sz="2400" dirty="0">
                <a:latin typeface="Tahoma" panose="020B0604030504040204" pitchFamily="34" charset="0"/>
                <a:ea typeface="Tahoma" panose="020B0604030504040204" pitchFamily="34" charset="0"/>
                <a:cs typeface="Tahoma" panose="020B0604030504040204" pitchFamily="34" charset="0"/>
              </a:rPr>
              <a:t>The reporting App in DHIS2 provides a range of reporting alternatives, and this section will explain how to use them to view and analyze data. </a:t>
            </a:r>
          </a:p>
          <a:p>
            <a:pPr algn="just">
              <a:lnSpc>
                <a:spcPct val="160000"/>
              </a:lnSpc>
            </a:pPr>
            <a:r>
              <a:rPr lang="en-US" sz="2400" dirty="0">
                <a:latin typeface="Tahoma" panose="020B0604030504040204" pitchFamily="34" charset="0"/>
                <a:ea typeface="Tahoma" panose="020B0604030504040204" pitchFamily="34" charset="0"/>
                <a:cs typeface="Tahoma" panose="020B0604030504040204" pitchFamily="34" charset="0"/>
              </a:rPr>
              <a:t>The reports app allows for standard reports, data set reports, resources, and org unit distribution reports.</a:t>
            </a:r>
          </a:p>
          <a:p>
            <a:pPr marL="0" indent="0" algn="just">
              <a:buNone/>
            </a:pPr>
            <a:endParaRPr lang="en-US" sz="2400" dirty="0"/>
          </a:p>
        </p:txBody>
      </p:sp>
    </p:spTree>
    <p:extLst>
      <p:ext uri="{BB962C8B-B14F-4D97-AF65-F5344CB8AC3E}">
        <p14:creationId xmlns:p14="http://schemas.microsoft.com/office/powerpoint/2010/main" val="27781638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B54FB5-36FC-4D3D-AD42-FE2CAB19F242}"/>
              </a:ext>
            </a:extLst>
          </p:cNvPr>
          <p:cNvSpPr>
            <a:spLocks noGrp="1"/>
          </p:cNvSpPr>
          <p:nvPr>
            <p:ph type="title"/>
          </p:nvPr>
        </p:nvSpPr>
        <p:spPr/>
        <p:txBody>
          <a:bodyPr>
            <a:normAutofit fontScale="90000"/>
          </a:bodyPr>
          <a:lstStyle/>
          <a:p>
            <a:r>
              <a:rPr lang="en-US" dirty="0">
                <a:latin typeface="Tahoma" panose="020B0604030504040204" pitchFamily="34" charset="0"/>
                <a:ea typeface="Tahoma" panose="020B0604030504040204" pitchFamily="34" charset="0"/>
                <a:cs typeface="Tahoma" panose="020B0604030504040204" pitchFamily="34" charset="0"/>
              </a:rPr>
              <a:t>Reports App</a:t>
            </a:r>
            <a:endParaRPr lang="en-US" dirty="0">
              <a:solidFill>
                <a:srgbClr val="00B0F0"/>
              </a:solidFill>
              <a:latin typeface="Tahoma" panose="020B0604030504040204" pitchFamily="34" charset="0"/>
              <a:ea typeface="Tahoma" panose="020B0604030504040204" pitchFamily="34" charset="0"/>
              <a:cs typeface="Tahoma" panose="020B0604030504040204" pitchFamily="34" charset="0"/>
            </a:endParaRPr>
          </a:p>
        </p:txBody>
      </p:sp>
      <p:sp>
        <p:nvSpPr>
          <p:cNvPr id="3" name="Content Placeholder 2"/>
          <p:cNvSpPr>
            <a:spLocks noGrp="1"/>
          </p:cNvSpPr>
          <p:nvPr>
            <p:ph idx="1"/>
          </p:nvPr>
        </p:nvSpPr>
        <p:spPr>
          <a:xfrm>
            <a:off x="609599" y="1021645"/>
            <a:ext cx="11469511" cy="5119511"/>
          </a:xfrm>
        </p:spPr>
        <p:txBody>
          <a:bodyPr/>
          <a:lstStyle/>
          <a:p>
            <a:pPr algn="just">
              <a:lnSpc>
                <a:spcPct val="160000"/>
              </a:lnSpc>
              <a:buFont typeface="Wingdings" panose="05000000000000000000" pitchFamily="2" charset="2"/>
              <a:buChar char="§"/>
            </a:pPr>
            <a:r>
              <a:rPr lang="en-US" sz="2400" dirty="0">
                <a:latin typeface="Tahoma" panose="020B0604030504040204" pitchFamily="34" charset="0"/>
                <a:ea typeface="Tahoma" panose="020B0604030504040204" pitchFamily="34" charset="0"/>
                <a:cs typeface="Tahoma" panose="020B0604030504040204" pitchFamily="34" charset="0"/>
              </a:rPr>
              <a:t>Steps for getting the report App: </a:t>
            </a:r>
          </a:p>
          <a:p>
            <a:pPr marL="457200" indent="-457200" algn="just">
              <a:lnSpc>
                <a:spcPct val="160000"/>
              </a:lnSpc>
              <a:buFont typeface="+mj-lt"/>
              <a:buAutoNum type="arabicPeriod"/>
            </a:pPr>
            <a:r>
              <a:rPr lang="en-US" sz="2400" dirty="0">
                <a:latin typeface="Tahoma" panose="020B0604030504040204" pitchFamily="34" charset="0"/>
                <a:ea typeface="Tahoma" panose="020B0604030504040204" pitchFamily="34" charset="0"/>
                <a:cs typeface="Tahoma" panose="020B0604030504040204" pitchFamily="34" charset="0"/>
              </a:rPr>
              <a:t> Click on the </a:t>
            </a:r>
            <a:r>
              <a:rPr lang="en-US" sz="2400" b="1" dirty="0">
                <a:latin typeface="Tahoma" panose="020B0604030504040204" pitchFamily="34" charset="0"/>
                <a:ea typeface="Tahoma" panose="020B0604030504040204" pitchFamily="34" charset="0"/>
                <a:cs typeface="Tahoma" panose="020B0604030504040204" pitchFamily="34" charset="0"/>
              </a:rPr>
              <a:t>App menu </a:t>
            </a:r>
            <a:r>
              <a:rPr lang="en-US" sz="2400" dirty="0">
                <a:latin typeface="Tahoma" panose="020B0604030504040204" pitchFamily="34" charset="0"/>
                <a:ea typeface="Tahoma" panose="020B0604030504040204" pitchFamily="34" charset="0"/>
                <a:cs typeface="Tahoma" panose="020B0604030504040204" pitchFamily="34" charset="0"/>
              </a:rPr>
              <a:t>at the right corner</a:t>
            </a:r>
          </a:p>
          <a:p>
            <a:pPr marL="457200" indent="-457200" algn="just">
              <a:lnSpc>
                <a:spcPct val="160000"/>
              </a:lnSpc>
              <a:buFont typeface="+mj-lt"/>
              <a:buAutoNum type="arabicPeriod"/>
            </a:pPr>
            <a:r>
              <a:rPr lang="en-US" sz="2400" b="1" dirty="0">
                <a:latin typeface="Tahoma" panose="020B0604030504040204" pitchFamily="34" charset="0"/>
                <a:ea typeface="Tahoma" panose="020B0604030504040204" pitchFamily="34" charset="0"/>
                <a:cs typeface="Tahoma" panose="020B0604030504040204" pitchFamily="34" charset="0"/>
              </a:rPr>
              <a:t>Search for the Report App from the list of Apps</a:t>
            </a:r>
          </a:p>
          <a:p>
            <a:pPr marL="457200" indent="-457200" algn="just">
              <a:lnSpc>
                <a:spcPct val="160000"/>
              </a:lnSpc>
              <a:buFont typeface="+mj-lt"/>
              <a:buAutoNum type="arabicPeriod"/>
            </a:pPr>
            <a:r>
              <a:rPr lang="en-US" sz="2400" dirty="0">
                <a:latin typeface="Tahoma" panose="020B0604030504040204" pitchFamily="34" charset="0"/>
                <a:ea typeface="Tahoma" panose="020B0604030504040204" pitchFamily="34" charset="0"/>
                <a:cs typeface="Tahoma" panose="020B0604030504040204" pitchFamily="34" charset="0"/>
              </a:rPr>
              <a:t>Click on </a:t>
            </a:r>
            <a:r>
              <a:rPr lang="en-US" sz="2400" b="1" dirty="0">
                <a:latin typeface="Tahoma" panose="020B0604030504040204" pitchFamily="34" charset="0"/>
                <a:ea typeface="Tahoma" panose="020B0604030504040204" pitchFamily="34" charset="0"/>
                <a:cs typeface="Tahoma" panose="020B0604030504040204" pitchFamily="34" charset="0"/>
              </a:rPr>
              <a:t>Reports App</a:t>
            </a:r>
          </a:p>
          <a:p>
            <a:pPr marL="0" indent="0" algn="just">
              <a:buNone/>
            </a:pPr>
            <a:endParaRPr lang="en-US" sz="2400" dirty="0"/>
          </a:p>
        </p:txBody>
      </p:sp>
      <p:pic>
        <p:nvPicPr>
          <p:cNvPr id="9" name="Picture 8">
            <a:extLst>
              <a:ext uri="{FF2B5EF4-FFF2-40B4-BE49-F238E27FC236}">
                <a16:creationId xmlns:a16="http://schemas.microsoft.com/office/drawing/2014/main" id="{B359A32B-D9F2-D00B-973A-01907C8B44EB}"/>
              </a:ext>
            </a:extLst>
          </p:cNvPr>
          <p:cNvPicPr>
            <a:picLocks noChangeAspect="1"/>
          </p:cNvPicPr>
          <p:nvPr/>
        </p:nvPicPr>
        <p:blipFill>
          <a:blip r:embed="rId2"/>
          <a:stretch>
            <a:fillRect/>
          </a:stretch>
        </p:blipFill>
        <p:spPr>
          <a:xfrm>
            <a:off x="8162363" y="682569"/>
            <a:ext cx="4029637" cy="5458587"/>
          </a:xfrm>
          <a:prstGeom prst="rect">
            <a:avLst/>
          </a:prstGeom>
        </p:spPr>
      </p:pic>
      <p:sp>
        <p:nvSpPr>
          <p:cNvPr id="6" name="Rectangle 5">
            <a:extLst>
              <a:ext uri="{FF2B5EF4-FFF2-40B4-BE49-F238E27FC236}">
                <a16:creationId xmlns:a16="http://schemas.microsoft.com/office/drawing/2014/main" id="{70CF1907-C54D-8667-D496-557E4DA682F3}"/>
              </a:ext>
            </a:extLst>
          </p:cNvPr>
          <p:cNvSpPr/>
          <p:nvPr/>
        </p:nvSpPr>
        <p:spPr>
          <a:xfrm>
            <a:off x="9453716" y="5147187"/>
            <a:ext cx="781665" cy="85540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Arrow Connector 10">
            <a:extLst>
              <a:ext uri="{FF2B5EF4-FFF2-40B4-BE49-F238E27FC236}">
                <a16:creationId xmlns:a16="http://schemas.microsoft.com/office/drawing/2014/main" id="{35859885-13C0-7163-B51D-C226EC86EB2F}"/>
              </a:ext>
            </a:extLst>
          </p:cNvPr>
          <p:cNvCxnSpPr/>
          <p:nvPr/>
        </p:nvCxnSpPr>
        <p:spPr>
          <a:xfrm>
            <a:off x="6607277" y="1415845"/>
            <a:ext cx="1442197" cy="0"/>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A48FA2D2-F92F-7CA8-7949-3351F757C36E}"/>
              </a:ext>
            </a:extLst>
          </p:cNvPr>
          <p:cNvSpPr txBox="1"/>
          <p:nvPr/>
        </p:nvSpPr>
        <p:spPr>
          <a:xfrm>
            <a:off x="8244348" y="1148431"/>
            <a:ext cx="3338051" cy="369332"/>
          </a:xfrm>
          <a:prstGeom prst="rect">
            <a:avLst/>
          </a:prstGeom>
          <a:noFill/>
        </p:spPr>
        <p:txBody>
          <a:bodyPr wrap="square" rtlCol="0">
            <a:spAutoFit/>
          </a:bodyPr>
          <a:lstStyle/>
          <a:p>
            <a:r>
              <a:rPr lang="en-US" dirty="0"/>
              <a:t>Reports</a:t>
            </a:r>
          </a:p>
        </p:txBody>
      </p:sp>
      <p:pic>
        <p:nvPicPr>
          <p:cNvPr id="13" name="Picture 12">
            <a:extLst>
              <a:ext uri="{FF2B5EF4-FFF2-40B4-BE49-F238E27FC236}">
                <a16:creationId xmlns:a16="http://schemas.microsoft.com/office/drawing/2014/main" id="{B56A399E-61C0-1C6C-B48B-7FF8FED5D733}"/>
              </a:ext>
            </a:extLst>
          </p:cNvPr>
          <p:cNvPicPr>
            <a:picLocks noChangeAspect="1"/>
          </p:cNvPicPr>
          <p:nvPr/>
        </p:nvPicPr>
        <p:blipFill rotWithShape="1">
          <a:blip r:embed="rId2"/>
          <a:srcRect l="92479" t="901" r="-165" b="93695"/>
          <a:stretch/>
        </p:blipFill>
        <p:spPr>
          <a:xfrm>
            <a:off x="7018660" y="1946786"/>
            <a:ext cx="309715" cy="294967"/>
          </a:xfrm>
          <a:prstGeom prst="rect">
            <a:avLst/>
          </a:prstGeom>
        </p:spPr>
      </p:pic>
    </p:spTree>
    <p:extLst>
      <p:ext uri="{BB962C8B-B14F-4D97-AF65-F5344CB8AC3E}">
        <p14:creationId xmlns:p14="http://schemas.microsoft.com/office/powerpoint/2010/main" val="37499774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A8551DB-BEBD-52AC-946C-C06CDD4CADFE}"/>
              </a:ext>
            </a:extLst>
          </p:cNvPr>
          <p:cNvPicPr>
            <a:picLocks noGrp="1" noChangeAspect="1"/>
          </p:cNvPicPr>
          <p:nvPr>
            <p:ph idx="1"/>
          </p:nvPr>
        </p:nvPicPr>
        <p:blipFill rotWithShape="1">
          <a:blip r:embed="rId2"/>
          <a:srcRect/>
          <a:stretch/>
        </p:blipFill>
        <p:spPr>
          <a:xfrm>
            <a:off x="609600" y="2049332"/>
            <a:ext cx="10972800" cy="3840480"/>
          </a:xfrm>
        </p:spPr>
      </p:pic>
      <p:sp>
        <p:nvSpPr>
          <p:cNvPr id="7" name="TextBox 6">
            <a:extLst>
              <a:ext uri="{FF2B5EF4-FFF2-40B4-BE49-F238E27FC236}">
                <a16:creationId xmlns:a16="http://schemas.microsoft.com/office/drawing/2014/main" id="{48F67615-2D48-8229-248B-E2426D70900E}"/>
              </a:ext>
            </a:extLst>
          </p:cNvPr>
          <p:cNvSpPr txBox="1"/>
          <p:nvPr/>
        </p:nvSpPr>
        <p:spPr>
          <a:xfrm>
            <a:off x="457200" y="1084837"/>
            <a:ext cx="11125200" cy="830997"/>
          </a:xfrm>
          <a:prstGeom prst="rect">
            <a:avLst/>
          </a:prstGeom>
          <a:noFill/>
        </p:spPr>
        <p:txBody>
          <a:bodyPr wrap="square">
            <a:spAutoFit/>
          </a:bodyPr>
          <a:lstStyle/>
          <a:p>
            <a:pPr marL="342900" indent="-342900">
              <a:buFont typeface="Arial" panose="020B0604020202020204" pitchFamily="34" charset="0"/>
              <a:buChar char="•"/>
            </a:pPr>
            <a:r>
              <a:rPr lang="en-US" sz="2400" b="1" dirty="0">
                <a:latin typeface="Tahoma" panose="020B0604030504040204" pitchFamily="34" charset="0"/>
                <a:ea typeface="Tahoma" panose="020B0604030504040204" pitchFamily="34" charset="0"/>
                <a:cs typeface="Tahoma" panose="020B0604030504040204" pitchFamily="34" charset="0"/>
              </a:rPr>
              <a:t>After you open the Reports App, you will get the below menu of reports you can select from</a:t>
            </a:r>
          </a:p>
        </p:txBody>
      </p:sp>
      <p:sp>
        <p:nvSpPr>
          <p:cNvPr id="6" name="Title 1">
            <a:extLst>
              <a:ext uri="{FF2B5EF4-FFF2-40B4-BE49-F238E27FC236}">
                <a16:creationId xmlns:a16="http://schemas.microsoft.com/office/drawing/2014/main" id="{ED6F0D1D-AA75-B3DC-1026-EBA3C1B27425}"/>
              </a:ext>
            </a:extLst>
          </p:cNvPr>
          <p:cNvSpPr>
            <a:spLocks noGrp="1"/>
          </p:cNvSpPr>
          <p:nvPr>
            <p:ph type="title"/>
          </p:nvPr>
        </p:nvSpPr>
        <p:spPr>
          <a:xfrm>
            <a:off x="609600" y="274638"/>
            <a:ext cx="10972800" cy="487362"/>
          </a:xfrm>
        </p:spPr>
        <p:txBody>
          <a:bodyPr>
            <a:normAutofit fontScale="90000"/>
          </a:bodyPr>
          <a:lstStyle/>
          <a:p>
            <a:r>
              <a:rPr lang="en-US" dirty="0">
                <a:latin typeface="Tahoma" panose="020B0604030504040204" pitchFamily="34" charset="0"/>
                <a:ea typeface="Tahoma" panose="020B0604030504040204" pitchFamily="34" charset="0"/>
                <a:cs typeface="Tahoma" panose="020B0604030504040204" pitchFamily="34" charset="0"/>
              </a:rPr>
              <a:t>Reports App</a:t>
            </a:r>
            <a:endParaRPr lang="en-US" dirty="0">
              <a:solidFill>
                <a:srgbClr val="00B0F0"/>
              </a:solidFill>
              <a:latin typeface="Tahoma" panose="020B0604030504040204" pitchFamily="34" charset="0"/>
              <a:ea typeface="Tahoma" panose="020B0604030504040204" pitchFamily="34" charset="0"/>
              <a:cs typeface="Tahoma" panose="020B0604030504040204" pitchFamily="34" charset="0"/>
            </a:endParaRPr>
          </a:p>
        </p:txBody>
      </p:sp>
      <p:sp>
        <p:nvSpPr>
          <p:cNvPr id="8" name="Rectangle: Rounded Corners 7">
            <a:extLst>
              <a:ext uri="{FF2B5EF4-FFF2-40B4-BE49-F238E27FC236}">
                <a16:creationId xmlns:a16="http://schemas.microsoft.com/office/drawing/2014/main" id="{A545BBBC-C50F-2416-1687-0EE9701DEB79}"/>
              </a:ext>
            </a:extLst>
          </p:cNvPr>
          <p:cNvSpPr/>
          <p:nvPr/>
        </p:nvSpPr>
        <p:spPr>
          <a:xfrm>
            <a:off x="4408833" y="2171700"/>
            <a:ext cx="3374334" cy="1848678"/>
          </a:xfrm>
          <a:prstGeom prst="roundRect">
            <a:avLst>
              <a:gd name="adj" fmla="val 4839"/>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39275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B54FB5-36FC-4D3D-AD42-FE2CAB19F242}"/>
              </a:ext>
            </a:extLst>
          </p:cNvPr>
          <p:cNvSpPr>
            <a:spLocks noGrp="1"/>
          </p:cNvSpPr>
          <p:nvPr>
            <p:ph type="title"/>
          </p:nvPr>
        </p:nvSpPr>
        <p:spPr/>
        <p:txBody>
          <a:bodyPr>
            <a:normAutofit fontScale="90000"/>
          </a:bodyPr>
          <a:lstStyle/>
          <a:p>
            <a:r>
              <a:rPr lang="en-US" dirty="0">
                <a:latin typeface="Tahoma" panose="020B0604030504040204" pitchFamily="34" charset="0"/>
                <a:ea typeface="Tahoma" panose="020B0604030504040204" pitchFamily="34" charset="0"/>
                <a:cs typeface="Tahoma" panose="020B0604030504040204" pitchFamily="34" charset="0"/>
              </a:rPr>
              <a:t>Data Set Report</a:t>
            </a:r>
          </a:p>
        </p:txBody>
      </p:sp>
      <p:sp>
        <p:nvSpPr>
          <p:cNvPr id="3" name="Content Placeholder 2"/>
          <p:cNvSpPr>
            <a:spLocks noGrp="1"/>
          </p:cNvSpPr>
          <p:nvPr>
            <p:ph idx="1"/>
          </p:nvPr>
        </p:nvSpPr>
        <p:spPr>
          <a:xfrm>
            <a:off x="609599" y="1021645"/>
            <a:ext cx="11469511" cy="5119511"/>
          </a:xfrm>
        </p:spPr>
        <p:txBody>
          <a:bodyPr/>
          <a:lstStyle/>
          <a:p>
            <a:pPr algn="just">
              <a:lnSpc>
                <a:spcPct val="160000"/>
              </a:lnSpc>
              <a:buFont typeface="Wingdings" panose="05000000000000000000" pitchFamily="2" charset="2"/>
              <a:buChar char="§"/>
            </a:pPr>
            <a:r>
              <a:rPr lang="en-US" dirty="0">
                <a:latin typeface="Tahoma" panose="020B0604030504040204" pitchFamily="34" charset="0"/>
                <a:ea typeface="Tahoma" panose="020B0604030504040204" pitchFamily="34" charset="0"/>
                <a:cs typeface="Tahoma" panose="020B0604030504040204" pitchFamily="34" charset="0"/>
              </a:rPr>
              <a:t>Dataset reports are printer friendly views of the data entry screen filled with either raw or aggregated data.</a:t>
            </a:r>
          </a:p>
          <a:p>
            <a:pPr algn="just">
              <a:buFont typeface="Wingdings" panose="05000000000000000000" pitchFamily="2" charset="2"/>
              <a:buChar char="§"/>
            </a:pPr>
            <a:r>
              <a:rPr lang="en-US" dirty="0">
                <a:latin typeface="Tahoma" panose="020B0604030504040204" pitchFamily="34" charset="0"/>
                <a:ea typeface="Tahoma" panose="020B0604030504040204" pitchFamily="34" charset="0"/>
                <a:cs typeface="Tahoma" panose="020B0604030504040204" pitchFamily="34" charset="0"/>
              </a:rPr>
              <a:t>You can access data set reports from </a:t>
            </a:r>
            <a:r>
              <a:rPr lang="en-US" b="1" dirty="0">
                <a:latin typeface="Tahoma" panose="020B0604030504040204" pitchFamily="34" charset="0"/>
                <a:ea typeface="Tahoma" panose="020B0604030504040204" pitchFamily="34" charset="0"/>
                <a:cs typeface="Tahoma" panose="020B0604030504040204" pitchFamily="34" charset="0"/>
              </a:rPr>
              <a:t>Apps </a:t>
            </a:r>
            <a:r>
              <a:rPr lang="en-US" b="1" dirty="0">
                <a:latin typeface="Tahoma" panose="020B0604030504040204" pitchFamily="34" charset="0"/>
                <a:ea typeface="Tahoma" panose="020B0604030504040204" pitchFamily="34" charset="0"/>
                <a:cs typeface="Tahoma" panose="020B0604030504040204" pitchFamily="34" charset="0"/>
                <a:sym typeface="Wingdings" panose="05000000000000000000" pitchFamily="2" charset="2"/>
              </a:rPr>
              <a:t> </a:t>
            </a:r>
            <a:r>
              <a:rPr lang="en-US" b="1" dirty="0">
                <a:latin typeface="Tahoma" panose="020B0604030504040204" pitchFamily="34" charset="0"/>
                <a:ea typeface="Tahoma" panose="020B0604030504040204" pitchFamily="34" charset="0"/>
                <a:cs typeface="Tahoma" panose="020B0604030504040204" pitchFamily="34" charset="0"/>
              </a:rPr>
              <a:t>Reports</a:t>
            </a:r>
            <a:r>
              <a:rPr lang="en-US" dirty="0">
                <a:latin typeface="Tahoma" panose="020B0604030504040204" pitchFamily="34" charset="0"/>
                <a:ea typeface="Tahoma" panose="020B0604030504040204" pitchFamily="34" charset="0"/>
                <a:cs typeface="Tahoma" panose="020B0604030504040204" pitchFamily="34" charset="0"/>
              </a:rPr>
              <a:t>.</a:t>
            </a:r>
          </a:p>
          <a:p>
            <a:pPr algn="just">
              <a:buFont typeface="Wingdings" panose="05000000000000000000" pitchFamily="2" charset="2"/>
              <a:buChar char="§"/>
            </a:pPr>
            <a:r>
              <a:rPr lang="en-US" dirty="0">
                <a:solidFill>
                  <a:srgbClr val="00B0F0"/>
                </a:solidFill>
                <a:latin typeface="Tahoma" panose="020B0604030504040204" pitchFamily="34" charset="0"/>
                <a:ea typeface="Tahoma" panose="020B0604030504040204" pitchFamily="34" charset="0"/>
                <a:cs typeface="Tahoma" panose="020B0604030504040204" pitchFamily="34" charset="0"/>
              </a:rPr>
              <a:t>A Criteria window will appear where you fill in the details for your report:</a:t>
            </a:r>
          </a:p>
          <a:p>
            <a:pPr lvl="1" algn="just">
              <a:buFont typeface="Wingdings" panose="05000000000000000000" pitchFamily="2" charset="2"/>
              <a:buChar char="v"/>
            </a:pPr>
            <a:r>
              <a:rPr lang="en-US" b="1" dirty="0">
                <a:solidFill>
                  <a:srgbClr val="00B0F0"/>
                </a:solidFill>
                <a:latin typeface="Tahoma" panose="020B0604030504040204" pitchFamily="34" charset="0"/>
                <a:ea typeface="Tahoma" panose="020B0604030504040204" pitchFamily="34" charset="0"/>
                <a:cs typeface="Tahoma" panose="020B0604030504040204" pitchFamily="34" charset="0"/>
              </a:rPr>
              <a:t>Report Organization unit:</a:t>
            </a:r>
            <a:r>
              <a:rPr lang="en-US" dirty="0">
                <a:solidFill>
                  <a:srgbClr val="00B0F0"/>
                </a:solidFill>
                <a:latin typeface="Tahoma" panose="020B0604030504040204" pitchFamily="34" charset="0"/>
                <a:ea typeface="Tahoma" panose="020B0604030504040204" pitchFamily="34" charset="0"/>
                <a:cs typeface="Tahoma" panose="020B0604030504040204" pitchFamily="34" charset="0"/>
              </a:rPr>
              <a:t> the orgunits you want the report for. </a:t>
            </a:r>
          </a:p>
          <a:p>
            <a:pPr lvl="1" algn="just">
              <a:buFont typeface="Wingdings" panose="05000000000000000000" pitchFamily="2" charset="2"/>
              <a:buChar char="v"/>
            </a:pPr>
            <a:r>
              <a:rPr lang="en-US" b="1" dirty="0">
                <a:solidFill>
                  <a:srgbClr val="00B0F0"/>
                </a:solidFill>
                <a:latin typeface="Tahoma" panose="020B0604030504040204" pitchFamily="34" charset="0"/>
                <a:ea typeface="Tahoma" panose="020B0604030504040204" pitchFamily="34" charset="0"/>
                <a:cs typeface="Tahoma" panose="020B0604030504040204" pitchFamily="34" charset="0"/>
              </a:rPr>
              <a:t>Dataset</a:t>
            </a:r>
            <a:r>
              <a:rPr lang="en-US" dirty="0">
                <a:solidFill>
                  <a:srgbClr val="00B0F0"/>
                </a:solidFill>
                <a:latin typeface="Tahoma" panose="020B0604030504040204" pitchFamily="34" charset="0"/>
                <a:ea typeface="Tahoma" panose="020B0604030504040204" pitchFamily="34" charset="0"/>
                <a:cs typeface="Tahoma" panose="020B0604030504040204" pitchFamily="34" charset="0"/>
              </a:rPr>
              <a:t>: The data set you want to display.</a:t>
            </a:r>
          </a:p>
          <a:p>
            <a:pPr lvl="1" algn="just">
              <a:buFont typeface="Wingdings" panose="05000000000000000000" pitchFamily="2" charset="2"/>
              <a:buChar char="v"/>
            </a:pPr>
            <a:r>
              <a:rPr lang="en-US" b="1" dirty="0">
                <a:solidFill>
                  <a:srgbClr val="00B0F0"/>
                </a:solidFill>
                <a:latin typeface="Tahoma" panose="020B0604030504040204" pitchFamily="34" charset="0"/>
                <a:ea typeface="Tahoma" panose="020B0604030504040204" pitchFamily="34" charset="0"/>
                <a:cs typeface="Tahoma" panose="020B0604030504040204" pitchFamily="34" charset="0"/>
              </a:rPr>
              <a:t>Report period:</a:t>
            </a:r>
            <a:r>
              <a:rPr lang="en-US" dirty="0">
                <a:solidFill>
                  <a:srgbClr val="00B0F0"/>
                </a:solidFill>
                <a:latin typeface="Tahoma" panose="020B0604030504040204" pitchFamily="34" charset="0"/>
                <a:ea typeface="Tahoma" panose="020B0604030504040204" pitchFamily="34" charset="0"/>
                <a:cs typeface="Tahoma" panose="020B0604030504040204" pitchFamily="34" charset="0"/>
              </a:rPr>
              <a:t> The actual period you want data for.</a:t>
            </a:r>
          </a:p>
          <a:p>
            <a:pPr marL="0" indent="0" algn="just">
              <a:lnSpc>
                <a:spcPct val="160000"/>
              </a:lnSpc>
              <a:buNone/>
            </a:pPr>
            <a:r>
              <a:rPr lang="en-US" sz="2400" dirty="0">
                <a:latin typeface="Tahoma" panose="020B0604030504040204" pitchFamily="34" charset="0"/>
                <a:ea typeface="Tahoma" panose="020B0604030504040204" pitchFamily="34" charset="0"/>
                <a:cs typeface="Tahoma" panose="020B0604030504040204" pitchFamily="34" charset="0"/>
              </a:rPr>
              <a:t> </a:t>
            </a:r>
          </a:p>
        </p:txBody>
      </p:sp>
    </p:spTree>
    <p:extLst>
      <p:ext uri="{BB962C8B-B14F-4D97-AF65-F5344CB8AC3E}">
        <p14:creationId xmlns:p14="http://schemas.microsoft.com/office/powerpoint/2010/main" val="29597611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B54FB5-36FC-4D3D-AD42-FE2CAB19F242}"/>
              </a:ext>
            </a:extLst>
          </p:cNvPr>
          <p:cNvSpPr>
            <a:spLocks noGrp="1"/>
          </p:cNvSpPr>
          <p:nvPr>
            <p:ph type="title"/>
          </p:nvPr>
        </p:nvSpPr>
        <p:spPr/>
        <p:txBody>
          <a:bodyPr>
            <a:normAutofit fontScale="90000"/>
          </a:bodyPr>
          <a:lstStyle/>
          <a:p>
            <a:r>
              <a:rPr lang="en-US" dirty="0">
                <a:latin typeface="Tahoma" panose="020B0604030504040204" pitchFamily="34" charset="0"/>
                <a:ea typeface="Tahoma" panose="020B0604030504040204" pitchFamily="34" charset="0"/>
                <a:cs typeface="Tahoma" panose="020B0604030504040204" pitchFamily="34" charset="0"/>
              </a:rPr>
              <a:t>Data Set Report</a:t>
            </a:r>
          </a:p>
        </p:txBody>
      </p:sp>
      <p:sp>
        <p:nvSpPr>
          <p:cNvPr id="3" name="Content Placeholder 2"/>
          <p:cNvSpPr>
            <a:spLocks noGrp="1"/>
          </p:cNvSpPr>
          <p:nvPr>
            <p:ph idx="1"/>
          </p:nvPr>
        </p:nvSpPr>
        <p:spPr>
          <a:xfrm>
            <a:off x="561561" y="1021645"/>
            <a:ext cx="11517550" cy="5119511"/>
          </a:xfrm>
        </p:spPr>
        <p:txBody>
          <a:bodyPr/>
          <a:lstStyle/>
          <a:p>
            <a:pPr marL="0" indent="0">
              <a:buNone/>
            </a:pPr>
            <a:r>
              <a:rPr lang="en-US" b="1" dirty="0">
                <a:latin typeface="Tahoma" panose="020B0604030504040204" pitchFamily="34" charset="0"/>
                <a:ea typeface="Tahoma" panose="020B0604030504040204" pitchFamily="34" charset="0"/>
                <a:cs typeface="Tahoma" panose="020B0604030504040204" pitchFamily="34" charset="0"/>
              </a:rPr>
              <a:t>To run the report, you can follow these steps:</a:t>
            </a:r>
          </a:p>
          <a:p>
            <a:pPr marL="0" indent="0">
              <a:buNone/>
            </a:pPr>
            <a:r>
              <a:rPr lang="en-US" sz="3000" dirty="0">
                <a:latin typeface="Tahoma" panose="020B0604030504040204" pitchFamily="34" charset="0"/>
                <a:ea typeface="Tahoma" panose="020B0604030504040204" pitchFamily="34" charset="0"/>
                <a:cs typeface="Tahoma" panose="020B0604030504040204" pitchFamily="34" charset="0"/>
              </a:rPr>
              <a:t>Go to Apps </a:t>
            </a:r>
            <a:r>
              <a:rPr lang="en-US" sz="3000" dirty="0">
                <a:latin typeface="Tahoma" panose="020B0604030504040204" pitchFamily="34" charset="0"/>
                <a:ea typeface="Tahoma" panose="020B0604030504040204" pitchFamily="34" charset="0"/>
                <a:cs typeface="Tahoma" panose="020B0604030504040204" pitchFamily="34" charset="0"/>
                <a:sym typeface="Wingdings" panose="05000000000000000000" pitchFamily="2" charset="2"/>
              </a:rPr>
              <a:t> </a:t>
            </a:r>
            <a:r>
              <a:rPr lang="en-US" sz="3000" dirty="0">
                <a:latin typeface="Tahoma" panose="020B0604030504040204" pitchFamily="34" charset="0"/>
                <a:ea typeface="Tahoma" panose="020B0604030504040204" pitchFamily="34" charset="0"/>
                <a:cs typeface="Tahoma" panose="020B0604030504040204" pitchFamily="34" charset="0"/>
              </a:rPr>
              <a:t>Reports Apps </a:t>
            </a:r>
            <a:r>
              <a:rPr lang="en-US" sz="3000" dirty="0">
                <a:latin typeface="Tahoma" panose="020B0604030504040204" pitchFamily="34" charset="0"/>
                <a:ea typeface="Tahoma" panose="020B0604030504040204" pitchFamily="34" charset="0"/>
                <a:cs typeface="Tahoma" panose="020B0604030504040204" pitchFamily="34" charset="0"/>
                <a:sym typeface="Wingdings" panose="05000000000000000000" pitchFamily="2" charset="2"/>
              </a:rPr>
              <a:t> Data Set Report</a:t>
            </a:r>
            <a:endParaRPr lang="en-US" sz="3000" dirty="0">
              <a:latin typeface="Tahoma" panose="020B0604030504040204" pitchFamily="34" charset="0"/>
              <a:ea typeface="Tahoma" panose="020B0604030504040204" pitchFamily="34" charset="0"/>
              <a:cs typeface="Tahoma" panose="020B0604030504040204" pitchFamily="34" charset="0"/>
            </a:endParaRPr>
          </a:p>
          <a:p>
            <a:pPr marL="0" indent="0">
              <a:buNone/>
            </a:pPr>
            <a:endParaRPr lang="en-US" b="1" dirty="0">
              <a:latin typeface="Tahoma" panose="020B0604030504040204" pitchFamily="34" charset="0"/>
              <a:ea typeface="Tahoma" panose="020B0604030504040204" pitchFamily="34" charset="0"/>
              <a:cs typeface="Tahoma" panose="020B0604030504040204" pitchFamily="34" charset="0"/>
            </a:endParaRPr>
          </a:p>
        </p:txBody>
      </p:sp>
      <p:grpSp>
        <p:nvGrpSpPr>
          <p:cNvPr id="4" name="Group 3">
            <a:extLst>
              <a:ext uri="{FF2B5EF4-FFF2-40B4-BE49-F238E27FC236}">
                <a16:creationId xmlns:a16="http://schemas.microsoft.com/office/drawing/2014/main" id="{A6A94529-7CEB-5719-1D63-5C6D56372981}"/>
              </a:ext>
            </a:extLst>
          </p:cNvPr>
          <p:cNvGrpSpPr/>
          <p:nvPr/>
        </p:nvGrpSpPr>
        <p:grpSpPr>
          <a:xfrm>
            <a:off x="1972917" y="2494721"/>
            <a:ext cx="8908128" cy="3409743"/>
            <a:chOff x="281609" y="938971"/>
            <a:chExt cx="11434323" cy="4990342"/>
          </a:xfrm>
        </p:grpSpPr>
        <p:pic>
          <p:nvPicPr>
            <p:cNvPr id="5" name="Picture 4">
              <a:extLst>
                <a:ext uri="{FF2B5EF4-FFF2-40B4-BE49-F238E27FC236}">
                  <a16:creationId xmlns:a16="http://schemas.microsoft.com/office/drawing/2014/main" id="{98035BC2-9B85-AAC7-C39F-B900B186D6A9}"/>
                </a:ext>
              </a:extLst>
            </p:cNvPr>
            <p:cNvPicPr>
              <a:picLocks noChangeAspect="1"/>
            </p:cNvPicPr>
            <p:nvPr/>
          </p:nvPicPr>
          <p:blipFill>
            <a:blip r:embed="rId2"/>
            <a:stretch>
              <a:fillRect/>
            </a:stretch>
          </p:blipFill>
          <p:spPr>
            <a:xfrm>
              <a:off x="281609" y="938971"/>
              <a:ext cx="3683970" cy="4990342"/>
            </a:xfrm>
            <a:prstGeom prst="rect">
              <a:avLst/>
            </a:prstGeom>
            <a:ln>
              <a:solidFill>
                <a:schemeClr val="accent1"/>
              </a:solidFill>
            </a:ln>
          </p:spPr>
        </p:pic>
        <p:pic>
          <p:nvPicPr>
            <p:cNvPr id="6" name="Content Placeholder 4">
              <a:extLst>
                <a:ext uri="{FF2B5EF4-FFF2-40B4-BE49-F238E27FC236}">
                  <a16:creationId xmlns:a16="http://schemas.microsoft.com/office/drawing/2014/main" id="{FF2DEDDD-80F4-1FDA-560A-2B7C83D95AC9}"/>
                </a:ext>
              </a:extLst>
            </p:cNvPr>
            <p:cNvPicPr>
              <a:picLocks noChangeAspect="1"/>
            </p:cNvPicPr>
            <p:nvPr/>
          </p:nvPicPr>
          <p:blipFill rotWithShape="1">
            <a:blip r:embed="rId3"/>
            <a:srcRect/>
            <a:stretch/>
          </p:blipFill>
          <p:spPr bwMode="auto">
            <a:xfrm>
              <a:off x="4352693" y="2498036"/>
              <a:ext cx="7363239" cy="2577134"/>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7" name="Oval 6">
              <a:extLst>
                <a:ext uri="{FF2B5EF4-FFF2-40B4-BE49-F238E27FC236}">
                  <a16:creationId xmlns:a16="http://schemas.microsoft.com/office/drawing/2014/main" id="{C23EBD14-E891-EA7A-8A03-54BB99D8C9E4}"/>
                </a:ext>
              </a:extLst>
            </p:cNvPr>
            <p:cNvSpPr/>
            <p:nvPr/>
          </p:nvSpPr>
          <p:spPr>
            <a:xfrm>
              <a:off x="2171698" y="5163549"/>
              <a:ext cx="432352" cy="402535"/>
            </a:xfrm>
            <a:prstGeom prst="ellipse">
              <a:avLst/>
            </a:prstGeom>
            <a:solidFill>
              <a:schemeClr val="accent1"/>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8" name="Rectangle: Rounded Corners 7">
              <a:extLst>
                <a:ext uri="{FF2B5EF4-FFF2-40B4-BE49-F238E27FC236}">
                  <a16:creationId xmlns:a16="http://schemas.microsoft.com/office/drawing/2014/main" id="{880F1E25-18BE-C6B6-4682-C0406D448254}"/>
                </a:ext>
              </a:extLst>
            </p:cNvPr>
            <p:cNvSpPr/>
            <p:nvPr/>
          </p:nvSpPr>
          <p:spPr>
            <a:xfrm>
              <a:off x="1461051" y="5009321"/>
              <a:ext cx="710647" cy="790162"/>
            </a:xfrm>
            <a:prstGeom prst="round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905E7060-CF63-7500-D470-4F1324ACB686}"/>
                </a:ext>
              </a:extLst>
            </p:cNvPr>
            <p:cNvSpPr/>
            <p:nvPr/>
          </p:nvSpPr>
          <p:spPr>
            <a:xfrm>
              <a:off x="6892786" y="2569266"/>
              <a:ext cx="2304403" cy="1252329"/>
            </a:xfrm>
            <a:prstGeom prst="round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B9D47E40-19A1-7A55-E5D6-BC0466DFDAFF}"/>
                </a:ext>
              </a:extLst>
            </p:cNvPr>
            <p:cNvSpPr/>
            <p:nvPr/>
          </p:nvSpPr>
          <p:spPr>
            <a:xfrm>
              <a:off x="8868371" y="2245004"/>
              <a:ext cx="432352" cy="402535"/>
            </a:xfrm>
            <a:prstGeom prst="ellipse">
              <a:avLst/>
            </a:prstGeom>
            <a:solidFill>
              <a:schemeClr val="accent1"/>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3</a:t>
              </a:r>
            </a:p>
          </p:txBody>
        </p:sp>
      </p:grpSp>
      <p:sp>
        <p:nvSpPr>
          <p:cNvPr id="11" name="Oval 10">
            <a:extLst>
              <a:ext uri="{FF2B5EF4-FFF2-40B4-BE49-F238E27FC236}">
                <a16:creationId xmlns:a16="http://schemas.microsoft.com/office/drawing/2014/main" id="{325C66B6-E21E-D89E-38E1-774CEED3866B}"/>
              </a:ext>
            </a:extLst>
          </p:cNvPr>
          <p:cNvSpPr/>
          <p:nvPr/>
        </p:nvSpPr>
        <p:spPr>
          <a:xfrm>
            <a:off x="4807741" y="2258029"/>
            <a:ext cx="336832" cy="275039"/>
          </a:xfrm>
          <a:prstGeom prst="ellipse">
            <a:avLst/>
          </a:prstGeom>
          <a:solidFill>
            <a:schemeClr val="accent1"/>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12" name="Rectangle 11">
            <a:extLst>
              <a:ext uri="{FF2B5EF4-FFF2-40B4-BE49-F238E27FC236}">
                <a16:creationId xmlns:a16="http://schemas.microsoft.com/office/drawing/2014/main" id="{109DEE25-05C2-A895-97C8-6631AC02601E}"/>
              </a:ext>
            </a:extLst>
          </p:cNvPr>
          <p:cNvSpPr/>
          <p:nvPr/>
        </p:nvSpPr>
        <p:spPr>
          <a:xfrm>
            <a:off x="4575801" y="2489752"/>
            <a:ext cx="279462" cy="233570"/>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174829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B54FB5-36FC-4D3D-AD42-FE2CAB19F242}"/>
              </a:ext>
            </a:extLst>
          </p:cNvPr>
          <p:cNvSpPr>
            <a:spLocks noGrp="1"/>
          </p:cNvSpPr>
          <p:nvPr>
            <p:ph type="title"/>
          </p:nvPr>
        </p:nvSpPr>
        <p:spPr/>
        <p:txBody>
          <a:bodyPr>
            <a:normAutofit fontScale="90000"/>
          </a:bodyPr>
          <a:lstStyle/>
          <a:p>
            <a:r>
              <a:rPr lang="en-US" dirty="0">
                <a:latin typeface="Tahoma" panose="020B0604030504040204" pitchFamily="34" charset="0"/>
                <a:ea typeface="Tahoma" panose="020B0604030504040204" pitchFamily="34" charset="0"/>
                <a:cs typeface="Tahoma" panose="020B0604030504040204" pitchFamily="34" charset="0"/>
              </a:rPr>
              <a:t>Data Set Report</a:t>
            </a:r>
          </a:p>
        </p:txBody>
      </p:sp>
      <p:sp>
        <p:nvSpPr>
          <p:cNvPr id="3" name="Content Placeholder 2"/>
          <p:cNvSpPr>
            <a:spLocks noGrp="1"/>
          </p:cNvSpPr>
          <p:nvPr>
            <p:ph idx="1"/>
          </p:nvPr>
        </p:nvSpPr>
        <p:spPr>
          <a:xfrm>
            <a:off x="609599" y="1021645"/>
            <a:ext cx="11386931" cy="5119511"/>
          </a:xfrm>
        </p:spPr>
        <p:txBody>
          <a:bodyPr/>
          <a:lstStyle/>
          <a:p>
            <a:pPr marL="0" indent="0" algn="just">
              <a:buNone/>
            </a:pPr>
            <a:r>
              <a:rPr lang="en-US" b="1" dirty="0">
                <a:latin typeface="Tahoma" panose="020B0604030504040204" pitchFamily="34" charset="0"/>
                <a:ea typeface="Tahoma" panose="020B0604030504040204" pitchFamily="34" charset="0"/>
                <a:cs typeface="Tahoma" panose="020B0604030504040204" pitchFamily="34" charset="0"/>
              </a:rPr>
              <a:t>To run the report, you can follow these steps:</a:t>
            </a:r>
          </a:p>
          <a:p>
            <a:pPr marL="0" indent="0" algn="just">
              <a:buNone/>
            </a:pPr>
            <a:r>
              <a:rPr lang="en-US" sz="3000" dirty="0">
                <a:latin typeface="Tahoma" panose="020B0604030504040204" pitchFamily="34" charset="0"/>
                <a:ea typeface="Tahoma" panose="020B0604030504040204" pitchFamily="34" charset="0"/>
                <a:cs typeface="Tahoma" panose="020B0604030504040204" pitchFamily="34" charset="0"/>
              </a:rPr>
              <a:t>Go to Apps </a:t>
            </a:r>
            <a:r>
              <a:rPr lang="en-US" sz="3000" dirty="0">
                <a:latin typeface="Tahoma" panose="020B0604030504040204" pitchFamily="34" charset="0"/>
                <a:ea typeface="Tahoma" panose="020B0604030504040204" pitchFamily="34" charset="0"/>
                <a:cs typeface="Tahoma" panose="020B0604030504040204" pitchFamily="34" charset="0"/>
                <a:sym typeface="Wingdings" panose="05000000000000000000" pitchFamily="2" charset="2"/>
              </a:rPr>
              <a:t> </a:t>
            </a:r>
            <a:r>
              <a:rPr lang="en-US" sz="3000" dirty="0">
                <a:latin typeface="Tahoma" panose="020B0604030504040204" pitchFamily="34" charset="0"/>
                <a:ea typeface="Tahoma" panose="020B0604030504040204" pitchFamily="34" charset="0"/>
                <a:cs typeface="Tahoma" panose="020B0604030504040204" pitchFamily="34" charset="0"/>
              </a:rPr>
              <a:t>Reports Apps </a:t>
            </a:r>
            <a:r>
              <a:rPr lang="en-US" sz="3000" dirty="0">
                <a:latin typeface="Tahoma" panose="020B0604030504040204" pitchFamily="34" charset="0"/>
                <a:ea typeface="Tahoma" panose="020B0604030504040204" pitchFamily="34" charset="0"/>
                <a:cs typeface="Tahoma" panose="020B0604030504040204" pitchFamily="34" charset="0"/>
                <a:sym typeface="Wingdings" panose="05000000000000000000" pitchFamily="2" charset="2"/>
              </a:rPr>
              <a:t> Data Set Report</a:t>
            </a:r>
            <a:endParaRPr lang="en-US" sz="3000" dirty="0">
              <a:latin typeface="Tahoma" panose="020B0604030504040204" pitchFamily="34" charset="0"/>
              <a:ea typeface="Tahoma" panose="020B0604030504040204" pitchFamily="34" charset="0"/>
              <a:cs typeface="Tahoma" panose="020B0604030504040204" pitchFamily="34" charset="0"/>
            </a:endParaRPr>
          </a:p>
          <a:p>
            <a:pPr marL="514350" indent="-514350" algn="just">
              <a:buFont typeface="+mj-lt"/>
              <a:buAutoNum type="arabicPeriod"/>
            </a:pPr>
            <a:r>
              <a:rPr lang="en-US" sz="3000" dirty="0">
                <a:latin typeface="Tahoma" panose="020B0604030504040204" pitchFamily="34" charset="0"/>
                <a:ea typeface="Tahoma" panose="020B0604030504040204" pitchFamily="34" charset="0"/>
                <a:cs typeface="Tahoma" panose="020B0604030504040204" pitchFamily="34" charset="0"/>
              </a:rPr>
              <a:t>Select the desired </a:t>
            </a:r>
            <a:r>
              <a:rPr lang="en-US" sz="3000" b="1" dirty="0">
                <a:latin typeface="Tahoma" panose="020B0604030504040204" pitchFamily="34" charset="0"/>
                <a:ea typeface="Tahoma" panose="020B0604030504040204" pitchFamily="34" charset="0"/>
                <a:cs typeface="Tahoma" panose="020B0604030504040204" pitchFamily="34" charset="0"/>
              </a:rPr>
              <a:t>Organization Unit</a:t>
            </a:r>
          </a:p>
          <a:p>
            <a:pPr marL="514350" indent="-514350" algn="just">
              <a:buFont typeface="+mj-lt"/>
              <a:buAutoNum type="arabicPeriod"/>
            </a:pPr>
            <a:r>
              <a:rPr lang="en-US" sz="3000" dirty="0">
                <a:latin typeface="Tahoma" panose="020B0604030504040204" pitchFamily="34" charset="0"/>
                <a:ea typeface="Tahoma" panose="020B0604030504040204" pitchFamily="34" charset="0"/>
                <a:cs typeface="Tahoma" panose="020B0604030504040204" pitchFamily="34" charset="0"/>
              </a:rPr>
              <a:t>Select the desired </a:t>
            </a:r>
            <a:r>
              <a:rPr lang="en-US" sz="3000" b="1" dirty="0">
                <a:latin typeface="Tahoma" panose="020B0604030504040204" pitchFamily="34" charset="0"/>
                <a:ea typeface="Tahoma" panose="020B0604030504040204" pitchFamily="34" charset="0"/>
                <a:cs typeface="Tahoma" panose="020B0604030504040204" pitchFamily="34" charset="0"/>
              </a:rPr>
              <a:t>Data set </a:t>
            </a:r>
          </a:p>
          <a:p>
            <a:pPr marL="514350" indent="-514350" algn="just">
              <a:buFont typeface="+mj-lt"/>
              <a:buAutoNum type="arabicPeriod"/>
            </a:pPr>
            <a:r>
              <a:rPr lang="en-US" sz="3000" dirty="0">
                <a:latin typeface="Tahoma" panose="020B0604030504040204" pitchFamily="34" charset="0"/>
                <a:ea typeface="Tahoma" panose="020B0604030504040204" pitchFamily="34" charset="0"/>
                <a:cs typeface="Tahoma" panose="020B0604030504040204" pitchFamily="34" charset="0"/>
              </a:rPr>
              <a:t>Select the </a:t>
            </a:r>
            <a:r>
              <a:rPr lang="en-US" sz="3000" b="1" dirty="0">
                <a:latin typeface="Tahoma" panose="020B0604030504040204" pitchFamily="34" charset="0"/>
                <a:ea typeface="Tahoma" panose="020B0604030504040204" pitchFamily="34" charset="0"/>
                <a:cs typeface="Tahoma" panose="020B0604030504040204" pitchFamily="34" charset="0"/>
              </a:rPr>
              <a:t>Period type </a:t>
            </a:r>
            <a:r>
              <a:rPr lang="en-US" sz="3000" dirty="0">
                <a:latin typeface="Tahoma" panose="020B0604030504040204" pitchFamily="34" charset="0"/>
                <a:ea typeface="Tahoma" panose="020B0604030504040204" pitchFamily="34" charset="0"/>
                <a:cs typeface="Tahoma" panose="020B0604030504040204" pitchFamily="34" charset="0"/>
              </a:rPr>
              <a:t>(weekly, monthly, etc.) </a:t>
            </a:r>
            <a:r>
              <a:rPr lang="en-US" dirty="0">
                <a:latin typeface="Tahoma" panose="020B0604030504040204" pitchFamily="34" charset="0"/>
                <a:ea typeface="Tahoma" panose="020B0604030504040204" pitchFamily="34" charset="0"/>
                <a:cs typeface="Tahoma" panose="020B0604030504040204" pitchFamily="34" charset="0"/>
              </a:rPr>
              <a:t>and insert the specific period of interest</a:t>
            </a:r>
            <a:endParaRPr lang="en-US" sz="3000" b="1" dirty="0">
              <a:latin typeface="Tahoma" panose="020B0604030504040204" pitchFamily="34" charset="0"/>
              <a:ea typeface="Tahoma" panose="020B0604030504040204" pitchFamily="34" charset="0"/>
              <a:cs typeface="Tahoma" panose="020B0604030504040204" pitchFamily="34" charset="0"/>
            </a:endParaRPr>
          </a:p>
          <a:p>
            <a:pPr marL="514350" indent="-514350" algn="just">
              <a:buFont typeface="+mj-lt"/>
              <a:buAutoNum type="arabicPeriod"/>
            </a:pPr>
            <a:r>
              <a:rPr lang="en-US" sz="3000" dirty="0">
                <a:latin typeface="Tahoma" panose="020B0604030504040204" pitchFamily="34" charset="0"/>
                <a:ea typeface="Tahoma" panose="020B0604030504040204" pitchFamily="34" charset="0"/>
                <a:cs typeface="Tahoma" panose="020B0604030504040204" pitchFamily="34" charset="0"/>
              </a:rPr>
              <a:t>Click on </a:t>
            </a:r>
            <a:r>
              <a:rPr lang="en-US" sz="3000" b="1" dirty="0">
                <a:latin typeface="Tahoma" panose="020B0604030504040204" pitchFamily="34" charset="0"/>
                <a:ea typeface="Tahoma" panose="020B0604030504040204" pitchFamily="34" charset="0"/>
                <a:cs typeface="Tahoma" panose="020B0604030504040204" pitchFamily="34" charset="0"/>
              </a:rPr>
              <a:t>Get report</a:t>
            </a:r>
          </a:p>
          <a:p>
            <a:pPr marL="0" indent="0" algn="just">
              <a:buNone/>
            </a:pPr>
            <a:endParaRPr lang="en-US" b="1"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8972419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0EF6DBF1-B5BB-DDB6-BC3E-57D9D312AF02}"/>
              </a:ext>
            </a:extLst>
          </p:cNvPr>
          <p:cNvPicPr>
            <a:picLocks noChangeAspect="1"/>
          </p:cNvPicPr>
          <p:nvPr/>
        </p:nvPicPr>
        <p:blipFill rotWithShape="1">
          <a:blip r:embed="rId2"/>
          <a:srcRect t="52060"/>
          <a:stretch/>
        </p:blipFill>
        <p:spPr>
          <a:xfrm>
            <a:off x="2831447" y="5876115"/>
            <a:ext cx="8528979" cy="377409"/>
          </a:xfrm>
          <a:prstGeom prst="rect">
            <a:avLst/>
          </a:prstGeom>
        </p:spPr>
      </p:pic>
      <p:sp>
        <p:nvSpPr>
          <p:cNvPr id="2" name="Title 1">
            <a:extLst>
              <a:ext uri="{FF2B5EF4-FFF2-40B4-BE49-F238E27FC236}">
                <a16:creationId xmlns:a16="http://schemas.microsoft.com/office/drawing/2014/main" id="{A7B54FB5-36FC-4D3D-AD42-FE2CAB19F242}"/>
              </a:ext>
            </a:extLst>
          </p:cNvPr>
          <p:cNvSpPr>
            <a:spLocks noGrp="1"/>
          </p:cNvSpPr>
          <p:nvPr>
            <p:ph type="title"/>
          </p:nvPr>
        </p:nvSpPr>
        <p:spPr/>
        <p:txBody>
          <a:bodyPr>
            <a:normAutofit fontScale="90000"/>
          </a:bodyPr>
          <a:lstStyle/>
          <a:p>
            <a:r>
              <a:rPr lang="en-US" dirty="0">
                <a:latin typeface="Tahoma" panose="020B0604030504040204" pitchFamily="34" charset="0"/>
                <a:ea typeface="Tahoma" panose="020B0604030504040204" pitchFamily="34" charset="0"/>
                <a:cs typeface="Tahoma" panose="020B0604030504040204" pitchFamily="34" charset="0"/>
              </a:rPr>
              <a:t>Data Set Report</a:t>
            </a:r>
            <a:endParaRPr lang="en-US" b="0" dirty="0">
              <a:latin typeface="Tahoma" panose="020B0604030504040204" pitchFamily="34" charset="0"/>
              <a:ea typeface="Tahoma" panose="020B0604030504040204" pitchFamily="34" charset="0"/>
              <a:cs typeface="Tahoma" panose="020B0604030504040204" pitchFamily="34" charset="0"/>
            </a:endParaRPr>
          </a:p>
        </p:txBody>
      </p:sp>
      <p:sp>
        <p:nvSpPr>
          <p:cNvPr id="3" name="Content Placeholder 2"/>
          <p:cNvSpPr>
            <a:spLocks noGrp="1"/>
          </p:cNvSpPr>
          <p:nvPr>
            <p:ph idx="1"/>
          </p:nvPr>
        </p:nvSpPr>
        <p:spPr>
          <a:xfrm>
            <a:off x="609599" y="1021645"/>
            <a:ext cx="11469511" cy="5119511"/>
          </a:xfrm>
        </p:spPr>
        <p:txBody>
          <a:bodyPr/>
          <a:lstStyle/>
          <a:p>
            <a:pPr marL="0" indent="0">
              <a:buNone/>
            </a:pPr>
            <a:r>
              <a:rPr lang="en-US" b="1" dirty="0">
                <a:latin typeface="Tahoma" panose="020B0604030504040204" pitchFamily="34" charset="0"/>
                <a:ea typeface="Tahoma" panose="020B0604030504040204" pitchFamily="34" charset="0"/>
                <a:cs typeface="Tahoma" panose="020B0604030504040204" pitchFamily="34" charset="0"/>
              </a:rPr>
              <a:t>To run the report, you can follow these steps:</a:t>
            </a:r>
          </a:p>
          <a:p>
            <a:pPr marL="0" indent="0">
              <a:buNone/>
            </a:pPr>
            <a:endParaRPr lang="en-US" b="1" dirty="0">
              <a:latin typeface="Tahoma" panose="020B0604030504040204" pitchFamily="34" charset="0"/>
              <a:ea typeface="Tahoma" panose="020B0604030504040204" pitchFamily="34" charset="0"/>
              <a:cs typeface="Tahoma" panose="020B0604030504040204" pitchFamily="34" charset="0"/>
            </a:endParaRPr>
          </a:p>
        </p:txBody>
      </p:sp>
      <p:pic>
        <p:nvPicPr>
          <p:cNvPr id="4" name="Picture 3"/>
          <p:cNvPicPr>
            <a:picLocks noChangeAspect="1"/>
          </p:cNvPicPr>
          <p:nvPr/>
        </p:nvPicPr>
        <p:blipFill>
          <a:blip r:embed="rId3"/>
          <a:stretch>
            <a:fillRect/>
          </a:stretch>
        </p:blipFill>
        <p:spPr>
          <a:xfrm>
            <a:off x="445167" y="1535289"/>
            <a:ext cx="11225465" cy="4471972"/>
          </a:xfrm>
          <a:prstGeom prst="rect">
            <a:avLst/>
          </a:prstGeom>
        </p:spPr>
      </p:pic>
      <p:sp>
        <p:nvSpPr>
          <p:cNvPr id="5" name="Rounded Rectangle 4"/>
          <p:cNvSpPr/>
          <p:nvPr/>
        </p:nvSpPr>
        <p:spPr>
          <a:xfrm>
            <a:off x="445166" y="1898248"/>
            <a:ext cx="2066540" cy="439838"/>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p:cNvSpPr/>
          <p:nvPr/>
        </p:nvSpPr>
        <p:spPr>
          <a:xfrm>
            <a:off x="3219693" y="2882095"/>
            <a:ext cx="2314935" cy="219919"/>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p:cNvSpPr/>
          <p:nvPr/>
        </p:nvSpPr>
        <p:spPr>
          <a:xfrm>
            <a:off x="7365215" y="2257778"/>
            <a:ext cx="4217185" cy="520146"/>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7365215" y="2882095"/>
            <a:ext cx="4217185" cy="549797"/>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p:cNvSpPr/>
          <p:nvPr/>
        </p:nvSpPr>
        <p:spPr>
          <a:xfrm>
            <a:off x="7348210" y="3625769"/>
            <a:ext cx="4234190" cy="513863"/>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p:cNvSpPr/>
          <p:nvPr/>
        </p:nvSpPr>
        <p:spPr>
          <a:xfrm>
            <a:off x="2776283" y="5414451"/>
            <a:ext cx="1061939" cy="467059"/>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5546956" y="2662176"/>
            <a:ext cx="383822" cy="4398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13" name="Oval 12"/>
          <p:cNvSpPr/>
          <p:nvPr/>
        </p:nvSpPr>
        <p:spPr>
          <a:xfrm>
            <a:off x="6964389" y="3674034"/>
            <a:ext cx="383822" cy="4398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14" name="Oval 13"/>
          <p:cNvSpPr/>
          <p:nvPr/>
        </p:nvSpPr>
        <p:spPr>
          <a:xfrm>
            <a:off x="6981393" y="2919427"/>
            <a:ext cx="383822" cy="4398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15" name="Oval 14"/>
          <p:cNvSpPr/>
          <p:nvPr/>
        </p:nvSpPr>
        <p:spPr>
          <a:xfrm>
            <a:off x="7010400" y="2345319"/>
            <a:ext cx="383822" cy="4398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16" name="Oval 15"/>
          <p:cNvSpPr/>
          <p:nvPr/>
        </p:nvSpPr>
        <p:spPr>
          <a:xfrm>
            <a:off x="3838222" y="5441672"/>
            <a:ext cx="383822" cy="4398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12" name="Arrow: Right 11">
            <a:extLst>
              <a:ext uri="{FF2B5EF4-FFF2-40B4-BE49-F238E27FC236}">
                <a16:creationId xmlns:a16="http://schemas.microsoft.com/office/drawing/2014/main" id="{C1531723-C0B6-6E46-EA47-51F235C2EF30}"/>
              </a:ext>
            </a:extLst>
          </p:cNvPr>
          <p:cNvSpPr/>
          <p:nvPr/>
        </p:nvSpPr>
        <p:spPr>
          <a:xfrm flipH="1">
            <a:off x="7219143" y="6001100"/>
            <a:ext cx="447261" cy="264532"/>
          </a:xfrm>
          <a:prstGeom prst="rightArrow">
            <a:avLst/>
          </a:prstGeom>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516259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B54FB5-36FC-4D3D-AD42-FE2CAB19F242}"/>
              </a:ext>
            </a:extLst>
          </p:cNvPr>
          <p:cNvSpPr>
            <a:spLocks noGrp="1"/>
          </p:cNvSpPr>
          <p:nvPr>
            <p:ph type="title"/>
          </p:nvPr>
        </p:nvSpPr>
        <p:spPr/>
        <p:txBody>
          <a:bodyPr>
            <a:normAutofit fontScale="90000"/>
          </a:bodyPr>
          <a:lstStyle/>
          <a:p>
            <a:r>
              <a:rPr lang="en-US" dirty="0">
                <a:latin typeface="Tahoma" panose="020B0604030504040204" pitchFamily="34" charset="0"/>
                <a:ea typeface="Tahoma" panose="020B0604030504040204" pitchFamily="34" charset="0"/>
                <a:cs typeface="Tahoma" panose="020B0604030504040204" pitchFamily="34" charset="0"/>
              </a:rPr>
              <a:t>Data Set Report</a:t>
            </a:r>
            <a:endParaRPr lang="en-US" b="0" dirty="0">
              <a:latin typeface="Tahoma" panose="020B0604030504040204" pitchFamily="34" charset="0"/>
              <a:ea typeface="Tahoma" panose="020B0604030504040204" pitchFamily="34" charset="0"/>
              <a:cs typeface="Tahoma" panose="020B0604030504040204" pitchFamily="34" charset="0"/>
            </a:endParaRPr>
          </a:p>
        </p:txBody>
      </p:sp>
      <p:sp>
        <p:nvSpPr>
          <p:cNvPr id="3" name="Content Placeholder 2"/>
          <p:cNvSpPr>
            <a:spLocks noGrp="1"/>
          </p:cNvSpPr>
          <p:nvPr>
            <p:ph idx="1"/>
          </p:nvPr>
        </p:nvSpPr>
        <p:spPr>
          <a:xfrm>
            <a:off x="609599" y="1021645"/>
            <a:ext cx="11469511" cy="5119511"/>
          </a:xfrm>
        </p:spPr>
        <p:txBody>
          <a:bodyPr/>
          <a:lstStyle/>
          <a:p>
            <a:pPr marL="0" indent="0">
              <a:buNone/>
            </a:pPr>
            <a:r>
              <a:rPr lang="en-US" dirty="0">
                <a:latin typeface="Tahoma" panose="020B0604030504040204" pitchFamily="34" charset="0"/>
                <a:ea typeface="Tahoma" panose="020B0604030504040204" pitchFamily="34" charset="0"/>
                <a:cs typeface="Tahoma" panose="020B0604030504040204" pitchFamily="34" charset="0"/>
              </a:rPr>
              <a:t>Change any of the parameters above and click "</a:t>
            </a:r>
            <a:r>
              <a:rPr lang="en-US" b="1" dirty="0">
                <a:latin typeface="Tahoma" panose="020B0604030504040204" pitchFamily="34" charset="0"/>
                <a:ea typeface="Tahoma" panose="020B0604030504040204" pitchFamily="34" charset="0"/>
                <a:cs typeface="Tahoma" panose="020B0604030504040204" pitchFamily="34" charset="0"/>
              </a:rPr>
              <a:t>Get report</a:t>
            </a:r>
            <a:r>
              <a:rPr lang="en-US" dirty="0">
                <a:latin typeface="Tahoma" panose="020B0604030504040204" pitchFamily="34" charset="0"/>
                <a:ea typeface="Tahoma" panose="020B0604030504040204" pitchFamily="34" charset="0"/>
                <a:cs typeface="Tahoma" panose="020B0604030504040204" pitchFamily="34" charset="0"/>
              </a:rPr>
              <a:t>" again see the corresponding results</a:t>
            </a:r>
            <a:endParaRPr lang="en-US" b="1" dirty="0">
              <a:latin typeface="Tahoma" panose="020B0604030504040204" pitchFamily="34" charset="0"/>
              <a:ea typeface="Tahoma" panose="020B0604030504040204" pitchFamily="34" charset="0"/>
              <a:cs typeface="Tahoma" panose="020B0604030504040204" pitchFamily="34" charset="0"/>
            </a:endParaRPr>
          </a:p>
        </p:txBody>
      </p:sp>
      <p:sp>
        <p:nvSpPr>
          <p:cNvPr id="6" name="Rounded Rectangle 5"/>
          <p:cNvSpPr/>
          <p:nvPr/>
        </p:nvSpPr>
        <p:spPr>
          <a:xfrm>
            <a:off x="3219693" y="2882095"/>
            <a:ext cx="2314935" cy="219919"/>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p:cNvSpPr/>
          <p:nvPr/>
        </p:nvSpPr>
        <p:spPr>
          <a:xfrm>
            <a:off x="2776283" y="5414451"/>
            <a:ext cx="1061939" cy="467059"/>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2246490" y="2338086"/>
            <a:ext cx="383822" cy="4398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13" name="Oval 12"/>
          <p:cNvSpPr/>
          <p:nvPr/>
        </p:nvSpPr>
        <p:spPr>
          <a:xfrm>
            <a:off x="6964389" y="3674034"/>
            <a:ext cx="383822" cy="4398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14" name="Oval 13"/>
          <p:cNvSpPr/>
          <p:nvPr/>
        </p:nvSpPr>
        <p:spPr>
          <a:xfrm>
            <a:off x="6981393" y="2919427"/>
            <a:ext cx="383822" cy="4398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15" name="Oval 14"/>
          <p:cNvSpPr/>
          <p:nvPr/>
        </p:nvSpPr>
        <p:spPr>
          <a:xfrm>
            <a:off x="7010400" y="2345319"/>
            <a:ext cx="383822" cy="4398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16" name="Oval 15"/>
          <p:cNvSpPr/>
          <p:nvPr/>
        </p:nvSpPr>
        <p:spPr>
          <a:xfrm>
            <a:off x="3838222" y="5441672"/>
            <a:ext cx="383822" cy="4398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pic>
        <p:nvPicPr>
          <p:cNvPr id="17" name="Picture 16"/>
          <p:cNvPicPr>
            <a:picLocks noChangeAspect="1"/>
          </p:cNvPicPr>
          <p:nvPr/>
        </p:nvPicPr>
        <p:blipFill>
          <a:blip r:embed="rId2"/>
          <a:stretch>
            <a:fillRect/>
          </a:stretch>
        </p:blipFill>
        <p:spPr>
          <a:xfrm>
            <a:off x="1117600" y="2009273"/>
            <a:ext cx="9385967" cy="3900989"/>
          </a:xfrm>
          <a:prstGeom prst="rect">
            <a:avLst/>
          </a:prstGeom>
        </p:spPr>
      </p:pic>
    </p:spTree>
    <p:extLst>
      <p:ext uri="{BB962C8B-B14F-4D97-AF65-F5344CB8AC3E}">
        <p14:creationId xmlns:p14="http://schemas.microsoft.com/office/powerpoint/2010/main" val="18991570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A8551DB-BEBD-52AC-946C-C06CDD4CADFE}"/>
              </a:ext>
            </a:extLst>
          </p:cNvPr>
          <p:cNvPicPr>
            <a:picLocks noGrp="1" noChangeAspect="1"/>
          </p:cNvPicPr>
          <p:nvPr>
            <p:ph idx="1"/>
          </p:nvPr>
        </p:nvPicPr>
        <p:blipFill rotWithShape="1">
          <a:blip r:embed="rId2"/>
          <a:srcRect/>
          <a:stretch/>
        </p:blipFill>
        <p:spPr>
          <a:xfrm>
            <a:off x="609600" y="2049332"/>
            <a:ext cx="10972800" cy="3840480"/>
          </a:xfrm>
        </p:spPr>
      </p:pic>
      <p:sp>
        <p:nvSpPr>
          <p:cNvPr id="7" name="TextBox 6">
            <a:extLst>
              <a:ext uri="{FF2B5EF4-FFF2-40B4-BE49-F238E27FC236}">
                <a16:creationId xmlns:a16="http://schemas.microsoft.com/office/drawing/2014/main" id="{48F67615-2D48-8229-248B-E2426D70900E}"/>
              </a:ext>
            </a:extLst>
          </p:cNvPr>
          <p:cNvSpPr txBox="1"/>
          <p:nvPr/>
        </p:nvSpPr>
        <p:spPr>
          <a:xfrm>
            <a:off x="457200" y="1084837"/>
            <a:ext cx="11125200" cy="830997"/>
          </a:xfrm>
          <a:prstGeom prst="rect">
            <a:avLst/>
          </a:prstGeom>
          <a:noFill/>
        </p:spPr>
        <p:txBody>
          <a:bodyPr wrap="square">
            <a:spAutoFit/>
          </a:bodyPr>
          <a:lstStyle/>
          <a:p>
            <a:pPr marL="342900" indent="-342900">
              <a:buFont typeface="Arial" panose="020B0604020202020204" pitchFamily="34" charset="0"/>
              <a:buChar char="•"/>
            </a:pPr>
            <a:r>
              <a:rPr lang="en-US" sz="2400" b="1" dirty="0">
                <a:latin typeface="Tahoma" panose="020B0604030504040204" pitchFamily="34" charset="0"/>
                <a:ea typeface="Tahoma" panose="020B0604030504040204" pitchFamily="34" charset="0"/>
                <a:cs typeface="Tahoma" panose="020B0604030504040204" pitchFamily="34" charset="0"/>
              </a:rPr>
              <a:t>After you open the Reports App, you will get the below menu of reports you can select from</a:t>
            </a:r>
          </a:p>
        </p:txBody>
      </p:sp>
      <p:sp>
        <p:nvSpPr>
          <p:cNvPr id="6" name="Title 1">
            <a:extLst>
              <a:ext uri="{FF2B5EF4-FFF2-40B4-BE49-F238E27FC236}">
                <a16:creationId xmlns:a16="http://schemas.microsoft.com/office/drawing/2014/main" id="{ED6F0D1D-AA75-B3DC-1026-EBA3C1B27425}"/>
              </a:ext>
            </a:extLst>
          </p:cNvPr>
          <p:cNvSpPr>
            <a:spLocks noGrp="1"/>
          </p:cNvSpPr>
          <p:nvPr>
            <p:ph type="title"/>
          </p:nvPr>
        </p:nvSpPr>
        <p:spPr>
          <a:xfrm>
            <a:off x="609600" y="274638"/>
            <a:ext cx="10972800" cy="487362"/>
          </a:xfrm>
        </p:spPr>
        <p:txBody>
          <a:bodyPr>
            <a:normAutofit fontScale="90000"/>
          </a:bodyPr>
          <a:lstStyle/>
          <a:p>
            <a:r>
              <a:rPr lang="en-US" dirty="0">
                <a:latin typeface="Tahoma" panose="020B0604030504040204" pitchFamily="34" charset="0"/>
                <a:ea typeface="Tahoma" panose="020B0604030504040204" pitchFamily="34" charset="0"/>
                <a:cs typeface="Tahoma" panose="020B0604030504040204" pitchFamily="34" charset="0"/>
              </a:rPr>
              <a:t>Reports App</a:t>
            </a:r>
            <a:endParaRPr lang="en-US" dirty="0">
              <a:solidFill>
                <a:srgbClr val="00B0F0"/>
              </a:solidFill>
              <a:latin typeface="Tahoma" panose="020B0604030504040204" pitchFamily="34" charset="0"/>
              <a:ea typeface="Tahoma" panose="020B0604030504040204" pitchFamily="34" charset="0"/>
              <a:cs typeface="Tahoma" panose="020B0604030504040204" pitchFamily="34" charset="0"/>
            </a:endParaRPr>
          </a:p>
        </p:txBody>
      </p:sp>
      <p:sp>
        <p:nvSpPr>
          <p:cNvPr id="2" name="Rectangle: Rounded Corners 1">
            <a:extLst>
              <a:ext uri="{FF2B5EF4-FFF2-40B4-BE49-F238E27FC236}">
                <a16:creationId xmlns:a16="http://schemas.microsoft.com/office/drawing/2014/main" id="{705C08CA-FC92-C2CE-A22A-60BE7A4D2171}"/>
              </a:ext>
            </a:extLst>
          </p:cNvPr>
          <p:cNvSpPr/>
          <p:nvPr/>
        </p:nvSpPr>
        <p:spPr>
          <a:xfrm>
            <a:off x="8120270" y="2171700"/>
            <a:ext cx="3374334" cy="1848678"/>
          </a:xfrm>
          <a:prstGeom prst="roundRect">
            <a:avLst>
              <a:gd name="adj" fmla="val 4839"/>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792396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B54FB5-36FC-4D3D-AD42-FE2CAB19F242}"/>
              </a:ext>
            </a:extLst>
          </p:cNvPr>
          <p:cNvSpPr>
            <a:spLocks noGrp="1"/>
          </p:cNvSpPr>
          <p:nvPr>
            <p:ph type="title"/>
          </p:nvPr>
        </p:nvSpPr>
        <p:spPr/>
        <p:txBody>
          <a:bodyPr>
            <a:normAutofit fontScale="90000"/>
          </a:bodyPr>
          <a:lstStyle/>
          <a:p>
            <a:r>
              <a:rPr lang="en-US" dirty="0">
                <a:latin typeface="Tahoma" panose="020B0604030504040204" pitchFamily="34" charset="0"/>
                <a:ea typeface="Tahoma" panose="020B0604030504040204" pitchFamily="34" charset="0"/>
                <a:cs typeface="Tahoma" panose="020B0604030504040204" pitchFamily="34" charset="0"/>
              </a:rPr>
              <a:t>Reporting Rate Summary</a:t>
            </a:r>
          </a:p>
        </p:txBody>
      </p:sp>
      <p:sp>
        <p:nvSpPr>
          <p:cNvPr id="3" name="Content Placeholder 2"/>
          <p:cNvSpPr>
            <a:spLocks noGrp="1"/>
          </p:cNvSpPr>
          <p:nvPr>
            <p:ph idx="1"/>
          </p:nvPr>
        </p:nvSpPr>
        <p:spPr>
          <a:xfrm>
            <a:off x="535302" y="1021645"/>
            <a:ext cx="10480083" cy="5119511"/>
          </a:xfrm>
        </p:spPr>
        <p:txBody>
          <a:bodyPr/>
          <a:lstStyle/>
          <a:p>
            <a:pPr algn="just">
              <a:lnSpc>
                <a:spcPct val="200000"/>
              </a:lnSpc>
              <a:buFont typeface="Wingdings" panose="05000000000000000000" pitchFamily="2" charset="2"/>
              <a:buChar char="§"/>
            </a:pPr>
            <a:r>
              <a:rPr lang="en-US" sz="2400" dirty="0">
                <a:latin typeface="Tahoma" panose="020B0604030504040204" pitchFamily="34" charset="0"/>
                <a:ea typeface="Tahoma" panose="020B0604030504040204" pitchFamily="34" charset="0"/>
                <a:cs typeface="Tahoma" panose="020B0604030504040204" pitchFamily="34" charset="0"/>
              </a:rPr>
              <a:t>Reporting rate summaries will show how many datasets (forms) that have been submitted by organization unit and period.</a:t>
            </a:r>
          </a:p>
          <a:p>
            <a:pPr algn="just">
              <a:lnSpc>
                <a:spcPct val="200000"/>
              </a:lnSpc>
              <a:buFont typeface="Wingdings" panose="05000000000000000000" pitchFamily="2" charset="2"/>
              <a:buChar char="§"/>
            </a:pPr>
            <a:r>
              <a:rPr lang="en-US" sz="2400" dirty="0">
                <a:latin typeface="Tahoma" panose="020B0604030504040204" pitchFamily="34" charset="0"/>
                <a:ea typeface="Tahoma" panose="020B0604030504040204" pitchFamily="34" charset="0"/>
                <a:cs typeface="Tahoma" panose="020B0604030504040204" pitchFamily="34" charset="0"/>
              </a:rPr>
              <a:t>A complete data set registration refers to a user marking a data entry form as complete, typically by clicking the complete button in the data entry screen, hereby indicating to the system that he/she considers the form to be complete. </a:t>
            </a:r>
          </a:p>
          <a:p>
            <a:pPr marL="0" indent="0" algn="just">
              <a:lnSpc>
                <a:spcPct val="160000"/>
              </a:lnSpc>
              <a:buNone/>
            </a:pPr>
            <a:endParaRPr lang="en-US" sz="2400"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5705233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B54FB5-36FC-4D3D-AD42-FE2CAB19F242}"/>
              </a:ext>
            </a:extLst>
          </p:cNvPr>
          <p:cNvSpPr>
            <a:spLocks noGrp="1"/>
          </p:cNvSpPr>
          <p:nvPr>
            <p:ph type="title"/>
          </p:nvPr>
        </p:nvSpPr>
        <p:spPr/>
        <p:txBody>
          <a:bodyPr>
            <a:normAutofit fontScale="90000"/>
          </a:bodyPr>
          <a:lstStyle/>
          <a:p>
            <a:r>
              <a:rPr lang="en-US" dirty="0">
                <a:latin typeface="Tahoma" panose="020B0604030504040204" pitchFamily="34" charset="0"/>
                <a:ea typeface="Tahoma" panose="020B0604030504040204" pitchFamily="34" charset="0"/>
                <a:cs typeface="Tahoma" panose="020B0604030504040204" pitchFamily="34" charset="0"/>
              </a:rPr>
              <a:t>Reporting Rate Summary</a:t>
            </a:r>
          </a:p>
        </p:txBody>
      </p:sp>
      <p:sp>
        <p:nvSpPr>
          <p:cNvPr id="3" name="Content Placeholder 2"/>
          <p:cNvSpPr>
            <a:spLocks noGrp="1"/>
          </p:cNvSpPr>
          <p:nvPr>
            <p:ph idx="1"/>
          </p:nvPr>
        </p:nvSpPr>
        <p:spPr>
          <a:xfrm>
            <a:off x="745588" y="1021645"/>
            <a:ext cx="10888164" cy="5119511"/>
          </a:xfrm>
        </p:spPr>
        <p:txBody>
          <a:bodyPr/>
          <a:lstStyle/>
          <a:p>
            <a:pPr marL="0" indent="0" algn="just">
              <a:lnSpc>
                <a:spcPct val="150000"/>
              </a:lnSpc>
              <a:buNone/>
            </a:pPr>
            <a:r>
              <a:rPr lang="en-US" sz="2400" dirty="0">
                <a:latin typeface="Tahoma" panose="020B0604030504040204" pitchFamily="34" charset="0"/>
                <a:ea typeface="Tahoma" panose="020B0604030504040204" pitchFamily="34" charset="0"/>
                <a:cs typeface="Tahoma" panose="020B0604030504040204" pitchFamily="34" charset="0"/>
              </a:rPr>
              <a:t>The reporting rate summary will for each row show a range of measures:</a:t>
            </a:r>
          </a:p>
          <a:p>
            <a:pPr algn="just">
              <a:lnSpc>
                <a:spcPct val="150000"/>
              </a:lnSpc>
            </a:pPr>
            <a:r>
              <a:rPr lang="en-US" sz="2400" b="1" dirty="0">
                <a:solidFill>
                  <a:srgbClr val="00B0F0"/>
                </a:solidFill>
                <a:latin typeface="Tahoma" panose="020B0604030504040204" pitchFamily="34" charset="0"/>
                <a:ea typeface="Tahoma" panose="020B0604030504040204" pitchFamily="34" charset="0"/>
                <a:cs typeface="Tahoma" panose="020B0604030504040204" pitchFamily="34" charset="0"/>
              </a:rPr>
              <a:t>Actual reports</a:t>
            </a:r>
            <a:r>
              <a:rPr lang="en-US" sz="2400" dirty="0">
                <a:latin typeface="Tahoma" panose="020B0604030504040204" pitchFamily="34" charset="0"/>
                <a:ea typeface="Tahoma" panose="020B0604030504040204" pitchFamily="34" charset="0"/>
                <a:cs typeface="Tahoma" panose="020B0604030504040204" pitchFamily="34" charset="0"/>
              </a:rPr>
              <a:t>: Indicates the number of data entry complete registrations for the relevant data set.</a:t>
            </a:r>
          </a:p>
          <a:p>
            <a:pPr algn="just">
              <a:lnSpc>
                <a:spcPct val="150000"/>
              </a:lnSpc>
            </a:pPr>
            <a:r>
              <a:rPr lang="en-US" sz="2400" b="1" dirty="0">
                <a:solidFill>
                  <a:srgbClr val="00B0F0"/>
                </a:solidFill>
                <a:latin typeface="Tahoma" panose="020B0604030504040204" pitchFamily="34" charset="0"/>
                <a:ea typeface="Tahoma" panose="020B0604030504040204" pitchFamily="34" charset="0"/>
                <a:cs typeface="Tahoma" panose="020B0604030504040204" pitchFamily="34" charset="0"/>
              </a:rPr>
              <a:t>Expected reports</a:t>
            </a:r>
            <a:r>
              <a:rPr lang="en-US" sz="2400" dirty="0">
                <a:latin typeface="Tahoma" panose="020B0604030504040204" pitchFamily="34" charset="0"/>
                <a:ea typeface="Tahoma" panose="020B0604030504040204" pitchFamily="34" charset="0"/>
                <a:cs typeface="Tahoma" panose="020B0604030504040204" pitchFamily="34" charset="0"/>
              </a:rPr>
              <a:t>: Indicates how many data entry complete registrations are expected. This number is based on the number of organization units the relevant data set has been assigned to (enabled for data entry).</a:t>
            </a:r>
          </a:p>
          <a:p>
            <a:pPr algn="just">
              <a:lnSpc>
                <a:spcPct val="150000"/>
              </a:lnSpc>
            </a:pPr>
            <a:r>
              <a:rPr lang="en-US" sz="2400" b="1" dirty="0">
                <a:solidFill>
                  <a:srgbClr val="00B0F0"/>
                </a:solidFill>
                <a:latin typeface="Tahoma" panose="020B0604030504040204" pitchFamily="34" charset="0"/>
                <a:ea typeface="Tahoma" panose="020B0604030504040204" pitchFamily="34" charset="0"/>
                <a:cs typeface="Tahoma" panose="020B0604030504040204" pitchFamily="34" charset="0"/>
              </a:rPr>
              <a:t>Reporting rate</a:t>
            </a:r>
            <a:r>
              <a:rPr lang="en-US" sz="2400" dirty="0">
                <a:latin typeface="Tahoma" panose="020B0604030504040204" pitchFamily="34" charset="0"/>
                <a:ea typeface="Tahoma" panose="020B0604030504040204" pitchFamily="34" charset="0"/>
                <a:cs typeface="Tahoma" panose="020B0604030504040204" pitchFamily="34" charset="0"/>
              </a:rPr>
              <a:t>: The number of actual reports registered as complete divided by the number of expected reports as a percentage.</a:t>
            </a:r>
          </a:p>
          <a:p>
            <a:pPr algn="just"/>
            <a:endParaRPr lang="en-US" sz="2400" dirty="0">
              <a:latin typeface="Tahoma" panose="020B0604030504040204" pitchFamily="34" charset="0"/>
              <a:ea typeface="Tahoma" panose="020B0604030504040204" pitchFamily="34" charset="0"/>
              <a:cs typeface="Tahoma" panose="020B0604030504040204" pitchFamily="34" charset="0"/>
            </a:endParaRPr>
          </a:p>
          <a:p>
            <a:pPr algn="just"/>
            <a:endParaRPr lang="en-US" sz="2400" dirty="0">
              <a:latin typeface="Tahoma" panose="020B0604030504040204" pitchFamily="34" charset="0"/>
              <a:ea typeface="Tahoma" panose="020B0604030504040204" pitchFamily="34" charset="0"/>
              <a:cs typeface="Tahoma" panose="020B0604030504040204" pitchFamily="34" charset="0"/>
            </a:endParaRPr>
          </a:p>
          <a:p>
            <a:pPr marL="0" indent="0" algn="just">
              <a:lnSpc>
                <a:spcPct val="160000"/>
              </a:lnSpc>
              <a:buNone/>
            </a:pPr>
            <a:endParaRPr lang="en-US" sz="2400"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4446846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B54FB5-36FC-4D3D-AD42-FE2CAB19F242}"/>
              </a:ext>
            </a:extLst>
          </p:cNvPr>
          <p:cNvSpPr>
            <a:spLocks noGrp="1"/>
          </p:cNvSpPr>
          <p:nvPr>
            <p:ph type="title"/>
          </p:nvPr>
        </p:nvSpPr>
        <p:spPr/>
        <p:txBody>
          <a:bodyPr>
            <a:normAutofit fontScale="90000"/>
          </a:bodyPr>
          <a:lstStyle/>
          <a:p>
            <a:r>
              <a:rPr lang="en-US" dirty="0">
                <a:latin typeface="Tahoma" panose="020B0604030504040204" pitchFamily="34" charset="0"/>
                <a:ea typeface="Tahoma" panose="020B0604030504040204" pitchFamily="34" charset="0"/>
                <a:cs typeface="Tahoma" panose="020B0604030504040204" pitchFamily="34" charset="0"/>
              </a:rPr>
              <a:t>Reporting Rate Summary</a:t>
            </a:r>
            <a:endParaRPr lang="en-US" b="0" dirty="0">
              <a:latin typeface="Tahoma" panose="020B0604030504040204" pitchFamily="34" charset="0"/>
              <a:ea typeface="Tahoma" panose="020B0604030504040204" pitchFamily="34" charset="0"/>
              <a:cs typeface="Tahoma" panose="020B0604030504040204" pitchFamily="34" charset="0"/>
            </a:endParaRPr>
          </a:p>
        </p:txBody>
      </p:sp>
      <p:sp>
        <p:nvSpPr>
          <p:cNvPr id="3" name="Content Placeholder 2"/>
          <p:cNvSpPr>
            <a:spLocks noGrp="1"/>
          </p:cNvSpPr>
          <p:nvPr>
            <p:ph idx="1"/>
          </p:nvPr>
        </p:nvSpPr>
        <p:spPr>
          <a:xfrm>
            <a:off x="609600" y="1021645"/>
            <a:ext cx="11108788" cy="5119511"/>
          </a:xfrm>
        </p:spPr>
        <p:txBody>
          <a:bodyPr/>
          <a:lstStyle/>
          <a:p>
            <a:pPr algn="just">
              <a:lnSpc>
                <a:spcPct val="150000"/>
              </a:lnSpc>
            </a:pPr>
            <a:r>
              <a:rPr lang="en-US" sz="2400" b="1" dirty="0">
                <a:solidFill>
                  <a:srgbClr val="00B0F0"/>
                </a:solidFill>
                <a:latin typeface="Tahoma" panose="020B0604030504040204" pitchFamily="34" charset="0"/>
                <a:ea typeface="Tahoma" panose="020B0604030504040204" pitchFamily="34" charset="0"/>
                <a:cs typeface="Tahoma" panose="020B0604030504040204" pitchFamily="34" charset="0"/>
              </a:rPr>
              <a:t>Reports on time</a:t>
            </a:r>
            <a:r>
              <a:rPr lang="en-US" sz="2400" dirty="0">
                <a:latin typeface="Tahoma" panose="020B0604030504040204" pitchFamily="34" charset="0"/>
                <a:ea typeface="Tahoma" panose="020B0604030504040204" pitchFamily="34" charset="0"/>
                <a:cs typeface="Tahoma" panose="020B0604030504040204" pitchFamily="34" charset="0"/>
              </a:rPr>
              <a:t>: Differs from actual reports in that it only counts reports registered as complete within the maximum number of days after the end of the reporting period. This number of days after reporting period can be defined per data set in the data set management.</a:t>
            </a:r>
          </a:p>
          <a:p>
            <a:pPr algn="just">
              <a:lnSpc>
                <a:spcPct val="150000"/>
              </a:lnSpc>
            </a:pPr>
            <a:r>
              <a:rPr lang="en-US" sz="2400" b="1" dirty="0">
                <a:solidFill>
                  <a:srgbClr val="00B0F0"/>
                </a:solidFill>
                <a:latin typeface="Tahoma" panose="020B0604030504040204" pitchFamily="34" charset="0"/>
                <a:ea typeface="Tahoma" panose="020B0604030504040204" pitchFamily="34" charset="0"/>
                <a:cs typeface="Tahoma" panose="020B0604030504040204" pitchFamily="34" charset="0"/>
              </a:rPr>
              <a:t>Reporting rate on time</a:t>
            </a:r>
            <a:r>
              <a:rPr lang="en-US" sz="2400" dirty="0">
                <a:latin typeface="Tahoma" panose="020B0604030504040204" pitchFamily="34" charset="0"/>
                <a:ea typeface="Tahoma" panose="020B0604030504040204" pitchFamily="34" charset="0"/>
                <a:cs typeface="Tahoma" panose="020B0604030504040204" pitchFamily="34" charset="0"/>
              </a:rPr>
              <a:t>: The number of reports on time divided by the total expected number of reports as a percentage</a:t>
            </a:r>
            <a:endParaRPr lang="en-US" dirty="0">
              <a:latin typeface="Tahoma" panose="020B0604030504040204" pitchFamily="34" charset="0"/>
              <a:ea typeface="Tahoma" panose="020B0604030504040204" pitchFamily="34" charset="0"/>
              <a:cs typeface="Tahoma" panose="020B0604030504040204" pitchFamily="34" charset="0"/>
            </a:endParaRPr>
          </a:p>
          <a:p>
            <a:pPr marL="0" indent="0" algn="just">
              <a:lnSpc>
                <a:spcPct val="150000"/>
              </a:lnSpc>
              <a:buNone/>
            </a:pPr>
            <a:endParaRPr lang="en-US" sz="3600" b="1"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8970891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B54FB5-36FC-4D3D-AD42-FE2CAB19F242}"/>
              </a:ext>
            </a:extLst>
          </p:cNvPr>
          <p:cNvSpPr>
            <a:spLocks noGrp="1"/>
          </p:cNvSpPr>
          <p:nvPr>
            <p:ph type="title"/>
          </p:nvPr>
        </p:nvSpPr>
        <p:spPr/>
        <p:txBody>
          <a:bodyPr>
            <a:normAutofit fontScale="90000"/>
          </a:bodyPr>
          <a:lstStyle/>
          <a:p>
            <a:r>
              <a:rPr lang="en-US" dirty="0">
                <a:latin typeface="Tahoma" panose="020B0604030504040204" pitchFamily="34" charset="0"/>
                <a:ea typeface="Tahoma" panose="020B0604030504040204" pitchFamily="34" charset="0"/>
                <a:cs typeface="Tahoma" panose="020B0604030504040204" pitchFamily="34" charset="0"/>
              </a:rPr>
              <a:t>Using reporting rate summary</a:t>
            </a:r>
          </a:p>
        </p:txBody>
      </p:sp>
      <p:sp>
        <p:nvSpPr>
          <p:cNvPr id="3" name="Content Placeholder 2"/>
          <p:cNvSpPr>
            <a:spLocks noGrp="1"/>
          </p:cNvSpPr>
          <p:nvPr>
            <p:ph idx="1"/>
          </p:nvPr>
        </p:nvSpPr>
        <p:spPr>
          <a:xfrm>
            <a:off x="609599" y="1021646"/>
            <a:ext cx="11150991" cy="4985260"/>
          </a:xfrm>
        </p:spPr>
        <p:txBody>
          <a:bodyPr/>
          <a:lstStyle/>
          <a:p>
            <a:pPr marL="0" indent="0" algn="just">
              <a:lnSpc>
                <a:spcPct val="150000"/>
              </a:lnSpc>
              <a:buNone/>
            </a:pPr>
            <a:r>
              <a:rPr lang="en-US" sz="2400" b="1" dirty="0">
                <a:latin typeface="Tahoma" panose="020B0604030504040204" pitchFamily="34" charset="0"/>
                <a:ea typeface="Tahoma" panose="020B0604030504040204" pitchFamily="34" charset="0"/>
                <a:cs typeface="Tahoma" panose="020B0604030504040204" pitchFamily="34" charset="0"/>
              </a:rPr>
              <a:t>To run the report, you can follow these steps:</a:t>
            </a:r>
          </a:p>
          <a:p>
            <a:pPr marL="514350" indent="-514350" algn="just">
              <a:lnSpc>
                <a:spcPct val="150000"/>
              </a:lnSpc>
              <a:buFont typeface="+mj-lt"/>
              <a:buAutoNum type="arabicPeriod"/>
            </a:pPr>
            <a:r>
              <a:rPr lang="en-US" sz="2400" dirty="0">
                <a:latin typeface="Tahoma" panose="020B0604030504040204" pitchFamily="34" charset="0"/>
                <a:ea typeface="Tahoma" panose="020B0604030504040204" pitchFamily="34" charset="0"/>
                <a:cs typeface="Tahoma" panose="020B0604030504040204" pitchFamily="34" charset="0"/>
              </a:rPr>
              <a:t>Select </a:t>
            </a:r>
            <a:r>
              <a:rPr lang="en-US" sz="2400" b="1" dirty="0">
                <a:latin typeface="Tahoma" panose="020B0604030504040204" pitchFamily="34" charset="0"/>
                <a:ea typeface="Tahoma" panose="020B0604030504040204" pitchFamily="34" charset="0"/>
                <a:cs typeface="Tahoma" panose="020B0604030504040204" pitchFamily="34" charset="0"/>
              </a:rPr>
              <a:t>Report Rate Summary </a:t>
            </a:r>
          </a:p>
          <a:p>
            <a:pPr marL="514350" indent="-514350" algn="just">
              <a:lnSpc>
                <a:spcPct val="150000"/>
              </a:lnSpc>
              <a:buFont typeface="+mj-lt"/>
              <a:buAutoNum type="arabicPeriod"/>
            </a:pPr>
            <a:r>
              <a:rPr lang="en-US" sz="2400" dirty="0">
                <a:latin typeface="Tahoma" panose="020B0604030504040204" pitchFamily="34" charset="0"/>
                <a:ea typeface="Tahoma" panose="020B0604030504040204" pitchFamily="34" charset="0"/>
                <a:cs typeface="Tahoma" panose="020B0604030504040204" pitchFamily="34" charset="0"/>
              </a:rPr>
              <a:t>Select an </a:t>
            </a:r>
            <a:r>
              <a:rPr lang="en-US" sz="2400" b="1" dirty="0">
                <a:latin typeface="Tahoma" panose="020B0604030504040204" pitchFamily="34" charset="0"/>
                <a:ea typeface="Tahoma" panose="020B0604030504040204" pitchFamily="34" charset="0"/>
                <a:cs typeface="Tahoma" panose="020B0604030504040204" pitchFamily="34" charset="0"/>
              </a:rPr>
              <a:t>organization unit</a:t>
            </a:r>
            <a:r>
              <a:rPr lang="en-US" sz="2400" dirty="0">
                <a:latin typeface="Tahoma" panose="020B0604030504040204" pitchFamily="34" charset="0"/>
                <a:ea typeface="Tahoma" panose="020B0604030504040204" pitchFamily="34" charset="0"/>
                <a:cs typeface="Tahoma" panose="020B0604030504040204" pitchFamily="34" charset="0"/>
              </a:rPr>
              <a:t> from the tree.</a:t>
            </a:r>
          </a:p>
          <a:p>
            <a:pPr marL="514350" indent="-514350" algn="just">
              <a:lnSpc>
                <a:spcPct val="150000"/>
              </a:lnSpc>
              <a:buFont typeface="+mj-lt"/>
              <a:buAutoNum type="arabicPeriod"/>
            </a:pPr>
            <a:r>
              <a:rPr lang="en-US" sz="2400" dirty="0">
                <a:latin typeface="Tahoma" panose="020B0604030504040204" pitchFamily="34" charset="0"/>
                <a:ea typeface="Tahoma" panose="020B0604030504040204" pitchFamily="34" charset="0"/>
                <a:cs typeface="Tahoma" panose="020B0604030504040204" pitchFamily="34" charset="0"/>
              </a:rPr>
              <a:t>Select a </a:t>
            </a:r>
            <a:r>
              <a:rPr lang="en-US" sz="2400" b="1" dirty="0">
                <a:latin typeface="Tahoma" panose="020B0604030504040204" pitchFamily="34" charset="0"/>
                <a:ea typeface="Tahoma" panose="020B0604030504040204" pitchFamily="34" charset="0"/>
                <a:cs typeface="Tahoma" panose="020B0604030504040204" pitchFamily="34" charset="0"/>
              </a:rPr>
              <a:t>data set</a:t>
            </a:r>
            <a:r>
              <a:rPr lang="en-US" sz="2400" dirty="0">
                <a:latin typeface="Tahoma" panose="020B0604030504040204" pitchFamily="34" charset="0"/>
                <a:ea typeface="Tahoma" panose="020B0604030504040204" pitchFamily="34" charset="0"/>
                <a:cs typeface="Tahoma" panose="020B0604030504040204" pitchFamily="34" charset="0"/>
              </a:rPr>
              <a:t>.</a:t>
            </a:r>
          </a:p>
          <a:p>
            <a:pPr marL="514350" indent="-514350" algn="just">
              <a:lnSpc>
                <a:spcPct val="150000"/>
              </a:lnSpc>
              <a:buFont typeface="+mj-lt"/>
              <a:buAutoNum type="arabicPeriod"/>
            </a:pPr>
            <a:r>
              <a:rPr lang="en-US" sz="2400" dirty="0">
                <a:latin typeface="Tahoma" panose="020B0604030504040204" pitchFamily="34" charset="0"/>
                <a:ea typeface="Tahoma" panose="020B0604030504040204" pitchFamily="34" charset="0"/>
                <a:cs typeface="Tahoma" panose="020B0604030504040204" pitchFamily="34" charset="0"/>
              </a:rPr>
              <a:t>Select a </a:t>
            </a:r>
            <a:r>
              <a:rPr lang="en-US" sz="2400" b="1" dirty="0">
                <a:latin typeface="Tahoma" panose="020B0604030504040204" pitchFamily="34" charset="0"/>
                <a:ea typeface="Tahoma" panose="020B0604030504040204" pitchFamily="34" charset="0"/>
                <a:cs typeface="Tahoma" panose="020B0604030504040204" pitchFamily="34" charset="0"/>
              </a:rPr>
              <a:t>period type </a:t>
            </a:r>
            <a:r>
              <a:rPr lang="en-US" sz="2400" dirty="0">
                <a:latin typeface="Tahoma" panose="020B0604030504040204" pitchFamily="34" charset="0"/>
                <a:ea typeface="Tahoma" panose="020B0604030504040204" pitchFamily="34" charset="0"/>
                <a:cs typeface="Tahoma" panose="020B0604030504040204" pitchFamily="34" charset="0"/>
              </a:rPr>
              <a:t>and a period from the list of available periods for that period type.</a:t>
            </a:r>
          </a:p>
          <a:p>
            <a:pPr marL="514350" indent="-514350" algn="just">
              <a:lnSpc>
                <a:spcPct val="150000"/>
              </a:lnSpc>
              <a:buFont typeface="+mj-lt"/>
              <a:buAutoNum type="arabicPeriod"/>
            </a:pPr>
            <a:r>
              <a:rPr lang="en-US" sz="2400" dirty="0">
                <a:latin typeface="Tahoma" panose="020B0604030504040204" pitchFamily="34" charset="0"/>
                <a:ea typeface="Tahoma" panose="020B0604030504040204" pitchFamily="34" charset="0"/>
                <a:cs typeface="Tahoma" panose="020B0604030504040204" pitchFamily="34" charset="0"/>
              </a:rPr>
              <a:t>The report will then be rendered. Change any of the parameters above and click "</a:t>
            </a:r>
            <a:r>
              <a:rPr lang="en-US" sz="2400" b="1" dirty="0">
                <a:latin typeface="Tahoma" panose="020B0604030504040204" pitchFamily="34" charset="0"/>
                <a:ea typeface="Tahoma" panose="020B0604030504040204" pitchFamily="34" charset="0"/>
                <a:cs typeface="Tahoma" panose="020B0604030504040204" pitchFamily="34" charset="0"/>
              </a:rPr>
              <a:t>Get report</a:t>
            </a:r>
            <a:r>
              <a:rPr lang="en-US" sz="2400" dirty="0">
                <a:latin typeface="Tahoma" panose="020B0604030504040204" pitchFamily="34" charset="0"/>
                <a:ea typeface="Tahoma" panose="020B0604030504040204" pitchFamily="34" charset="0"/>
                <a:cs typeface="Tahoma" panose="020B0604030504040204" pitchFamily="34" charset="0"/>
              </a:rPr>
              <a:t>" again see the corresponding results.</a:t>
            </a:r>
          </a:p>
          <a:p>
            <a:pPr marL="0" indent="0" algn="just">
              <a:lnSpc>
                <a:spcPct val="150000"/>
              </a:lnSpc>
              <a:buNone/>
            </a:pPr>
            <a:endParaRPr lang="en-US" sz="2400" b="1"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5153502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B54FB5-36FC-4D3D-AD42-FE2CAB19F242}"/>
              </a:ext>
            </a:extLst>
          </p:cNvPr>
          <p:cNvSpPr>
            <a:spLocks noGrp="1"/>
          </p:cNvSpPr>
          <p:nvPr>
            <p:ph type="title"/>
          </p:nvPr>
        </p:nvSpPr>
        <p:spPr/>
        <p:txBody>
          <a:bodyPr>
            <a:normAutofit fontScale="90000"/>
          </a:bodyPr>
          <a:lstStyle/>
          <a:p>
            <a:r>
              <a:rPr lang="en-US" dirty="0">
                <a:latin typeface="Tahoma" panose="020B0604030504040204" pitchFamily="34" charset="0"/>
                <a:ea typeface="Tahoma" panose="020B0604030504040204" pitchFamily="34" charset="0"/>
                <a:cs typeface="Tahoma" panose="020B0604030504040204" pitchFamily="34" charset="0"/>
              </a:rPr>
              <a:t>Reporting Rate Summary</a:t>
            </a:r>
            <a:endParaRPr lang="en-US" b="0" dirty="0">
              <a:latin typeface="Tahoma" panose="020B0604030504040204" pitchFamily="34" charset="0"/>
              <a:ea typeface="Tahoma" panose="020B0604030504040204" pitchFamily="34" charset="0"/>
              <a:cs typeface="Tahoma" panose="020B0604030504040204" pitchFamily="34" charset="0"/>
            </a:endParaRPr>
          </a:p>
        </p:txBody>
      </p:sp>
      <p:sp>
        <p:nvSpPr>
          <p:cNvPr id="3" name="Content Placeholder 2"/>
          <p:cNvSpPr>
            <a:spLocks noGrp="1"/>
          </p:cNvSpPr>
          <p:nvPr>
            <p:ph idx="1"/>
          </p:nvPr>
        </p:nvSpPr>
        <p:spPr>
          <a:xfrm>
            <a:off x="609599" y="1021646"/>
            <a:ext cx="11150991" cy="5276026"/>
          </a:xfrm>
        </p:spPr>
        <p:txBody>
          <a:bodyPr/>
          <a:lstStyle/>
          <a:p>
            <a:pPr marL="0" indent="0" algn="just">
              <a:lnSpc>
                <a:spcPct val="150000"/>
              </a:lnSpc>
              <a:buNone/>
            </a:pPr>
            <a:r>
              <a:rPr lang="en-US" sz="2400" b="1" dirty="0">
                <a:latin typeface="Tahoma" panose="020B0604030504040204" pitchFamily="34" charset="0"/>
                <a:ea typeface="Tahoma" panose="020B0604030504040204" pitchFamily="34" charset="0"/>
                <a:cs typeface="Tahoma" panose="020B0604030504040204" pitchFamily="34" charset="0"/>
              </a:rPr>
              <a:t>To run the report, you can follow these steps:</a:t>
            </a:r>
          </a:p>
          <a:p>
            <a:pPr marL="514350" indent="-514350" algn="just">
              <a:lnSpc>
                <a:spcPct val="150000"/>
              </a:lnSpc>
              <a:buFont typeface="+mj-lt"/>
              <a:buAutoNum type="arabicPeriod"/>
            </a:pPr>
            <a:r>
              <a:rPr lang="en-US" sz="2400" dirty="0">
                <a:latin typeface="Tahoma" panose="020B0604030504040204" pitchFamily="34" charset="0"/>
                <a:ea typeface="Tahoma" panose="020B0604030504040204" pitchFamily="34" charset="0"/>
                <a:cs typeface="Tahoma" panose="020B0604030504040204" pitchFamily="34" charset="0"/>
              </a:rPr>
              <a:t>Select </a:t>
            </a:r>
            <a:r>
              <a:rPr lang="en-US" sz="2400" b="1" dirty="0">
                <a:latin typeface="Tahoma" panose="020B0604030504040204" pitchFamily="34" charset="0"/>
                <a:ea typeface="Tahoma" panose="020B0604030504040204" pitchFamily="34" charset="0"/>
                <a:cs typeface="Tahoma" panose="020B0604030504040204" pitchFamily="34" charset="0"/>
              </a:rPr>
              <a:t>Report Rate Summary </a:t>
            </a:r>
          </a:p>
          <a:p>
            <a:pPr marL="514350" indent="-514350" algn="just">
              <a:lnSpc>
                <a:spcPct val="150000"/>
              </a:lnSpc>
              <a:buFont typeface="+mj-lt"/>
              <a:buAutoNum type="arabicPeriod"/>
            </a:pPr>
            <a:r>
              <a:rPr lang="en-US" sz="2400" dirty="0">
                <a:latin typeface="Tahoma" panose="020B0604030504040204" pitchFamily="34" charset="0"/>
                <a:ea typeface="Tahoma" panose="020B0604030504040204" pitchFamily="34" charset="0"/>
                <a:cs typeface="Tahoma" panose="020B0604030504040204" pitchFamily="34" charset="0"/>
              </a:rPr>
              <a:t>Select an </a:t>
            </a:r>
            <a:r>
              <a:rPr lang="en-US" sz="2400" b="1" dirty="0">
                <a:latin typeface="Tahoma" panose="020B0604030504040204" pitchFamily="34" charset="0"/>
                <a:ea typeface="Tahoma" panose="020B0604030504040204" pitchFamily="34" charset="0"/>
                <a:cs typeface="Tahoma" panose="020B0604030504040204" pitchFamily="34" charset="0"/>
              </a:rPr>
              <a:t>organization unit</a:t>
            </a:r>
            <a:r>
              <a:rPr lang="en-US" sz="2400" dirty="0">
                <a:latin typeface="Tahoma" panose="020B0604030504040204" pitchFamily="34" charset="0"/>
                <a:ea typeface="Tahoma" panose="020B0604030504040204" pitchFamily="34" charset="0"/>
                <a:cs typeface="Tahoma" panose="020B0604030504040204" pitchFamily="34" charset="0"/>
              </a:rPr>
              <a:t> from the tree.</a:t>
            </a:r>
          </a:p>
          <a:p>
            <a:pPr marL="514350" indent="-514350" algn="just">
              <a:lnSpc>
                <a:spcPct val="150000"/>
              </a:lnSpc>
              <a:buFont typeface="+mj-lt"/>
              <a:buAutoNum type="arabicPeriod"/>
            </a:pPr>
            <a:r>
              <a:rPr lang="en-US" sz="2400" dirty="0">
                <a:latin typeface="Tahoma" panose="020B0604030504040204" pitchFamily="34" charset="0"/>
                <a:ea typeface="Tahoma" panose="020B0604030504040204" pitchFamily="34" charset="0"/>
                <a:cs typeface="Tahoma" panose="020B0604030504040204" pitchFamily="34" charset="0"/>
              </a:rPr>
              <a:t>Select a </a:t>
            </a:r>
            <a:r>
              <a:rPr lang="en-US" sz="2400" b="1" dirty="0">
                <a:latin typeface="Tahoma" panose="020B0604030504040204" pitchFamily="34" charset="0"/>
                <a:ea typeface="Tahoma" panose="020B0604030504040204" pitchFamily="34" charset="0"/>
                <a:cs typeface="Tahoma" panose="020B0604030504040204" pitchFamily="34" charset="0"/>
              </a:rPr>
              <a:t>data set</a:t>
            </a:r>
            <a:r>
              <a:rPr lang="en-US" sz="2400" dirty="0">
                <a:latin typeface="Tahoma" panose="020B0604030504040204" pitchFamily="34" charset="0"/>
                <a:ea typeface="Tahoma" panose="020B0604030504040204" pitchFamily="34" charset="0"/>
                <a:cs typeface="Tahoma" panose="020B0604030504040204" pitchFamily="34" charset="0"/>
              </a:rPr>
              <a:t>.</a:t>
            </a:r>
          </a:p>
          <a:p>
            <a:pPr marL="514350" indent="-514350" algn="just">
              <a:lnSpc>
                <a:spcPct val="150000"/>
              </a:lnSpc>
              <a:buFont typeface="+mj-lt"/>
              <a:buAutoNum type="arabicPeriod"/>
            </a:pPr>
            <a:r>
              <a:rPr lang="en-US" sz="2400" dirty="0">
                <a:latin typeface="Tahoma" panose="020B0604030504040204" pitchFamily="34" charset="0"/>
                <a:ea typeface="Tahoma" panose="020B0604030504040204" pitchFamily="34" charset="0"/>
                <a:cs typeface="Tahoma" panose="020B0604030504040204" pitchFamily="34" charset="0"/>
              </a:rPr>
              <a:t>Select a </a:t>
            </a:r>
            <a:r>
              <a:rPr lang="en-US" sz="2400" b="1" dirty="0">
                <a:latin typeface="Tahoma" panose="020B0604030504040204" pitchFamily="34" charset="0"/>
                <a:ea typeface="Tahoma" panose="020B0604030504040204" pitchFamily="34" charset="0"/>
                <a:cs typeface="Tahoma" panose="020B0604030504040204" pitchFamily="34" charset="0"/>
              </a:rPr>
              <a:t>period type </a:t>
            </a:r>
            <a:r>
              <a:rPr lang="en-US" sz="2400" dirty="0">
                <a:latin typeface="Tahoma" panose="020B0604030504040204" pitchFamily="34" charset="0"/>
                <a:ea typeface="Tahoma" panose="020B0604030504040204" pitchFamily="34" charset="0"/>
                <a:cs typeface="Tahoma" panose="020B0604030504040204" pitchFamily="34" charset="0"/>
              </a:rPr>
              <a:t>and a period from the list of available periods for that period type.</a:t>
            </a:r>
          </a:p>
          <a:p>
            <a:pPr marL="514350" indent="-514350" algn="just">
              <a:lnSpc>
                <a:spcPct val="150000"/>
              </a:lnSpc>
              <a:buFont typeface="+mj-lt"/>
              <a:buAutoNum type="arabicPeriod"/>
            </a:pPr>
            <a:r>
              <a:rPr lang="en-US" sz="2400" dirty="0">
                <a:latin typeface="Tahoma" panose="020B0604030504040204" pitchFamily="34" charset="0"/>
                <a:ea typeface="Tahoma" panose="020B0604030504040204" pitchFamily="34" charset="0"/>
                <a:cs typeface="Tahoma" panose="020B0604030504040204" pitchFamily="34" charset="0"/>
              </a:rPr>
              <a:t>Click on </a:t>
            </a:r>
            <a:r>
              <a:rPr lang="en-US" sz="2400" b="1" dirty="0">
                <a:latin typeface="Tahoma" panose="020B0604030504040204" pitchFamily="34" charset="0"/>
                <a:ea typeface="Tahoma" panose="020B0604030504040204" pitchFamily="34" charset="0"/>
                <a:cs typeface="Tahoma" panose="020B0604030504040204" pitchFamily="34" charset="0"/>
              </a:rPr>
              <a:t>“Get report” </a:t>
            </a:r>
            <a:r>
              <a:rPr lang="en-US" sz="2400" dirty="0">
                <a:latin typeface="Tahoma" panose="020B0604030504040204" pitchFamily="34" charset="0"/>
                <a:ea typeface="Tahoma" panose="020B0604030504040204" pitchFamily="34" charset="0"/>
                <a:cs typeface="Tahoma" panose="020B0604030504040204" pitchFamily="34" charset="0"/>
              </a:rPr>
              <a:t>and the report will then be rendered. Change any of the parameters above and click "Get report" again see the corresponding results.</a:t>
            </a:r>
          </a:p>
          <a:p>
            <a:pPr marL="0" indent="0" algn="just">
              <a:lnSpc>
                <a:spcPct val="150000"/>
              </a:lnSpc>
              <a:buNone/>
            </a:pPr>
            <a:endParaRPr lang="en-US" sz="2400" b="1"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42070005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207DD176-CF27-0303-D573-B1277D465C0E}"/>
              </a:ext>
            </a:extLst>
          </p:cNvPr>
          <p:cNvPicPr>
            <a:picLocks noChangeAspect="1"/>
          </p:cNvPicPr>
          <p:nvPr/>
        </p:nvPicPr>
        <p:blipFill>
          <a:blip r:embed="rId2"/>
          <a:stretch>
            <a:fillRect/>
          </a:stretch>
        </p:blipFill>
        <p:spPr>
          <a:xfrm>
            <a:off x="2782957" y="6084713"/>
            <a:ext cx="9168848" cy="394907"/>
          </a:xfrm>
          <a:prstGeom prst="rect">
            <a:avLst/>
          </a:prstGeom>
        </p:spPr>
      </p:pic>
      <p:sp>
        <p:nvSpPr>
          <p:cNvPr id="2" name="Title 1">
            <a:extLst>
              <a:ext uri="{FF2B5EF4-FFF2-40B4-BE49-F238E27FC236}">
                <a16:creationId xmlns:a16="http://schemas.microsoft.com/office/drawing/2014/main" id="{A7B54FB5-36FC-4D3D-AD42-FE2CAB19F242}"/>
              </a:ext>
            </a:extLst>
          </p:cNvPr>
          <p:cNvSpPr>
            <a:spLocks noGrp="1"/>
          </p:cNvSpPr>
          <p:nvPr>
            <p:ph type="title"/>
          </p:nvPr>
        </p:nvSpPr>
        <p:spPr/>
        <p:txBody>
          <a:bodyPr>
            <a:normAutofit fontScale="90000"/>
          </a:bodyPr>
          <a:lstStyle/>
          <a:p>
            <a:r>
              <a:rPr lang="en-US" dirty="0">
                <a:latin typeface="Tahoma" panose="020B0604030504040204" pitchFamily="34" charset="0"/>
                <a:ea typeface="Tahoma" panose="020B0604030504040204" pitchFamily="34" charset="0"/>
                <a:cs typeface="Tahoma" panose="020B0604030504040204" pitchFamily="34" charset="0"/>
              </a:rPr>
              <a:t>Reporting Rate Summary</a:t>
            </a:r>
            <a:endParaRPr lang="en-US" b="0" dirty="0">
              <a:latin typeface="Tahoma" panose="020B0604030504040204" pitchFamily="34" charset="0"/>
              <a:ea typeface="Tahoma" panose="020B0604030504040204" pitchFamily="34" charset="0"/>
              <a:cs typeface="Tahoma" panose="020B0604030504040204" pitchFamily="34" charset="0"/>
            </a:endParaRPr>
          </a:p>
        </p:txBody>
      </p:sp>
      <p:pic>
        <p:nvPicPr>
          <p:cNvPr id="4" name="Content Placeholder 3"/>
          <p:cNvPicPr>
            <a:picLocks noGrp="1" noChangeAspect="1"/>
          </p:cNvPicPr>
          <p:nvPr>
            <p:ph idx="1"/>
          </p:nvPr>
        </p:nvPicPr>
        <p:blipFill>
          <a:blip r:embed="rId3"/>
          <a:stretch>
            <a:fillRect/>
          </a:stretch>
        </p:blipFill>
        <p:spPr>
          <a:xfrm>
            <a:off x="338667" y="1072444"/>
            <a:ext cx="11740621" cy="4967112"/>
          </a:xfrm>
          <a:prstGeom prst="rect">
            <a:avLst/>
          </a:prstGeom>
        </p:spPr>
      </p:pic>
      <p:sp>
        <p:nvSpPr>
          <p:cNvPr id="5" name="Rounded Rectangle 4"/>
          <p:cNvSpPr/>
          <p:nvPr/>
        </p:nvSpPr>
        <p:spPr>
          <a:xfrm>
            <a:off x="338667" y="1885244"/>
            <a:ext cx="2325687" cy="632178"/>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p:cNvSpPr/>
          <p:nvPr/>
        </p:nvSpPr>
        <p:spPr>
          <a:xfrm>
            <a:off x="2901244" y="2370667"/>
            <a:ext cx="2686756" cy="248355"/>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p:cNvSpPr/>
          <p:nvPr/>
        </p:nvSpPr>
        <p:spPr>
          <a:xfrm>
            <a:off x="7191022" y="1885244"/>
            <a:ext cx="4662311" cy="632178"/>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7191022" y="2619022"/>
            <a:ext cx="4662311" cy="654756"/>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p:cNvSpPr/>
          <p:nvPr/>
        </p:nvSpPr>
        <p:spPr>
          <a:xfrm>
            <a:off x="7191022" y="3375378"/>
            <a:ext cx="4662311" cy="654756"/>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2297166" y="1514613"/>
            <a:ext cx="440266" cy="45155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11" name="Oval 10"/>
          <p:cNvSpPr/>
          <p:nvPr/>
        </p:nvSpPr>
        <p:spPr>
          <a:xfrm>
            <a:off x="6750756" y="3544711"/>
            <a:ext cx="440266" cy="45155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12" name="Oval 11"/>
          <p:cNvSpPr/>
          <p:nvPr/>
        </p:nvSpPr>
        <p:spPr>
          <a:xfrm>
            <a:off x="6750756" y="2765778"/>
            <a:ext cx="440266" cy="45155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13" name="Oval 12"/>
          <p:cNvSpPr/>
          <p:nvPr/>
        </p:nvSpPr>
        <p:spPr>
          <a:xfrm>
            <a:off x="6750756" y="2065866"/>
            <a:ext cx="440266" cy="45155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14" name="Oval 13"/>
          <p:cNvSpPr/>
          <p:nvPr/>
        </p:nvSpPr>
        <p:spPr>
          <a:xfrm>
            <a:off x="3736622" y="5497688"/>
            <a:ext cx="440266" cy="45155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p>
        </p:txBody>
      </p:sp>
      <p:sp>
        <p:nvSpPr>
          <p:cNvPr id="15" name="Rounded Rectangle 14"/>
          <p:cNvSpPr/>
          <p:nvPr/>
        </p:nvSpPr>
        <p:spPr>
          <a:xfrm>
            <a:off x="2675467" y="5486400"/>
            <a:ext cx="1061155" cy="462844"/>
          </a:xfrm>
          <a:prstGeom prst="round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Oval 2">
            <a:extLst>
              <a:ext uri="{FF2B5EF4-FFF2-40B4-BE49-F238E27FC236}">
                <a16:creationId xmlns:a16="http://schemas.microsoft.com/office/drawing/2014/main" id="{A39F7C71-012C-C653-5099-928A87A19D42}"/>
              </a:ext>
            </a:extLst>
          </p:cNvPr>
          <p:cNvSpPr/>
          <p:nvPr/>
        </p:nvSpPr>
        <p:spPr>
          <a:xfrm>
            <a:off x="5655734" y="2269066"/>
            <a:ext cx="440266" cy="45155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18" name="Arrow: Right 17">
            <a:extLst>
              <a:ext uri="{FF2B5EF4-FFF2-40B4-BE49-F238E27FC236}">
                <a16:creationId xmlns:a16="http://schemas.microsoft.com/office/drawing/2014/main" id="{2CC873CD-7810-DD0D-7BAC-33BA0B7FDEFF}"/>
              </a:ext>
            </a:extLst>
          </p:cNvPr>
          <p:cNvSpPr/>
          <p:nvPr/>
        </p:nvSpPr>
        <p:spPr>
          <a:xfrm flipH="1">
            <a:off x="7467621" y="6208892"/>
            <a:ext cx="447261" cy="264532"/>
          </a:xfrm>
          <a:prstGeom prst="rightArrow">
            <a:avLst/>
          </a:prstGeom>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377445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B54FB5-36FC-4D3D-AD42-FE2CAB19F242}"/>
              </a:ext>
            </a:extLst>
          </p:cNvPr>
          <p:cNvSpPr>
            <a:spLocks noGrp="1"/>
          </p:cNvSpPr>
          <p:nvPr>
            <p:ph type="title"/>
          </p:nvPr>
        </p:nvSpPr>
        <p:spPr/>
        <p:txBody>
          <a:bodyPr>
            <a:normAutofit fontScale="90000"/>
          </a:bodyPr>
          <a:lstStyle/>
          <a:p>
            <a:r>
              <a:rPr lang="en-US" dirty="0">
                <a:latin typeface="Tahoma" panose="020B0604030504040204" pitchFamily="34" charset="0"/>
                <a:ea typeface="Tahoma" panose="020B0604030504040204" pitchFamily="34" charset="0"/>
                <a:cs typeface="Tahoma" panose="020B0604030504040204" pitchFamily="34" charset="0"/>
              </a:rPr>
              <a:t>Reporting Rate Summary</a:t>
            </a:r>
            <a:endParaRPr lang="en-US" b="0" dirty="0">
              <a:latin typeface="Tahoma" panose="020B0604030504040204" pitchFamily="34" charset="0"/>
              <a:ea typeface="Tahoma" panose="020B0604030504040204" pitchFamily="34" charset="0"/>
              <a:cs typeface="Tahoma" panose="020B0604030504040204" pitchFamily="34" charset="0"/>
            </a:endParaRPr>
          </a:p>
        </p:txBody>
      </p:sp>
      <p:sp>
        <p:nvSpPr>
          <p:cNvPr id="3" name="Content Placeholder 2"/>
          <p:cNvSpPr>
            <a:spLocks noGrp="1"/>
          </p:cNvSpPr>
          <p:nvPr>
            <p:ph idx="1"/>
          </p:nvPr>
        </p:nvSpPr>
        <p:spPr>
          <a:xfrm>
            <a:off x="609600" y="1021645"/>
            <a:ext cx="11121190" cy="5119511"/>
          </a:xfrm>
        </p:spPr>
        <p:txBody>
          <a:bodyPr/>
          <a:lstStyle/>
          <a:p>
            <a:pPr lvl="1" algn="just">
              <a:buFont typeface="Wingdings" panose="05000000000000000000" pitchFamily="2" charset="2"/>
              <a:buChar char="§"/>
            </a:pPr>
            <a:r>
              <a:rPr lang="en-US" dirty="0">
                <a:latin typeface="Tahoma" panose="020B0604030504040204" pitchFamily="34" charset="0"/>
                <a:ea typeface="Tahoma" panose="020B0604030504040204" pitchFamily="34" charset="0"/>
                <a:cs typeface="Tahoma" panose="020B0604030504040204" pitchFamily="34" charset="0"/>
              </a:rPr>
              <a:t>Change any of the parameters above and click "</a:t>
            </a:r>
            <a:r>
              <a:rPr lang="en-US" b="1" dirty="0">
                <a:latin typeface="Tahoma" panose="020B0604030504040204" pitchFamily="34" charset="0"/>
                <a:ea typeface="Tahoma" panose="020B0604030504040204" pitchFamily="34" charset="0"/>
                <a:cs typeface="Tahoma" panose="020B0604030504040204" pitchFamily="34" charset="0"/>
              </a:rPr>
              <a:t>Get report</a:t>
            </a:r>
            <a:r>
              <a:rPr lang="en-US" dirty="0">
                <a:latin typeface="Tahoma" panose="020B0604030504040204" pitchFamily="34" charset="0"/>
                <a:ea typeface="Tahoma" panose="020B0604030504040204" pitchFamily="34" charset="0"/>
                <a:cs typeface="Tahoma" panose="020B0604030504040204" pitchFamily="34" charset="0"/>
              </a:rPr>
              <a:t>" you can see the corresponding results.</a:t>
            </a:r>
          </a:p>
          <a:p>
            <a:pPr marL="0" indent="0" algn="just">
              <a:lnSpc>
                <a:spcPct val="160000"/>
              </a:lnSpc>
              <a:buNone/>
            </a:pPr>
            <a:endParaRPr lang="en-US" sz="2400" b="1" dirty="0">
              <a:latin typeface="Tahoma" panose="020B0604030504040204" pitchFamily="34" charset="0"/>
              <a:ea typeface="Tahoma" panose="020B0604030504040204" pitchFamily="34" charset="0"/>
              <a:cs typeface="Tahoma" panose="020B0604030504040204" pitchFamily="34" charset="0"/>
            </a:endParaRPr>
          </a:p>
        </p:txBody>
      </p:sp>
      <p:sp>
        <p:nvSpPr>
          <p:cNvPr id="6" name="Rounded Rectangle 5"/>
          <p:cNvSpPr/>
          <p:nvPr/>
        </p:nvSpPr>
        <p:spPr>
          <a:xfrm>
            <a:off x="2171700" y="1987826"/>
            <a:ext cx="7389743" cy="4153330"/>
          </a:xfrm>
          <a:prstGeom prst="roundRect">
            <a:avLst>
              <a:gd name="adj" fmla="val 7813"/>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59201A1B-9F07-5981-7015-F6F9B6848B80}"/>
              </a:ext>
            </a:extLst>
          </p:cNvPr>
          <p:cNvPicPr>
            <a:picLocks noChangeAspect="1"/>
          </p:cNvPicPr>
          <p:nvPr/>
        </p:nvPicPr>
        <p:blipFill>
          <a:blip r:embed="rId2"/>
          <a:stretch>
            <a:fillRect/>
          </a:stretch>
        </p:blipFill>
        <p:spPr>
          <a:xfrm>
            <a:off x="2454965" y="2102240"/>
            <a:ext cx="6713495" cy="3775023"/>
          </a:xfrm>
          <a:prstGeom prst="rect">
            <a:avLst/>
          </a:prstGeom>
        </p:spPr>
      </p:pic>
      <p:grpSp>
        <p:nvGrpSpPr>
          <p:cNvPr id="16" name="Group 15">
            <a:extLst>
              <a:ext uri="{FF2B5EF4-FFF2-40B4-BE49-F238E27FC236}">
                <a16:creationId xmlns:a16="http://schemas.microsoft.com/office/drawing/2014/main" id="{B8487B9A-6C5F-C9EE-EB53-EE9B392E540D}"/>
              </a:ext>
            </a:extLst>
          </p:cNvPr>
          <p:cNvGrpSpPr/>
          <p:nvPr/>
        </p:nvGrpSpPr>
        <p:grpSpPr>
          <a:xfrm>
            <a:off x="7613374" y="2102240"/>
            <a:ext cx="4044584" cy="1568825"/>
            <a:chOff x="7613374" y="2102240"/>
            <a:chExt cx="4044584" cy="1568825"/>
          </a:xfrm>
        </p:grpSpPr>
        <p:cxnSp>
          <p:nvCxnSpPr>
            <p:cNvPr id="10" name="Straight Connector 9">
              <a:extLst>
                <a:ext uri="{FF2B5EF4-FFF2-40B4-BE49-F238E27FC236}">
                  <a16:creationId xmlns:a16="http://schemas.microsoft.com/office/drawing/2014/main" id="{55FBF5A3-504F-F5B4-56D4-AD37E60BCCB7}"/>
                </a:ext>
              </a:extLst>
            </p:cNvPr>
            <p:cNvCxnSpPr/>
            <p:nvPr/>
          </p:nvCxnSpPr>
          <p:spPr>
            <a:xfrm>
              <a:off x="9168460" y="2266122"/>
              <a:ext cx="1436592"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2E958A06-5EF7-E853-AC54-13550FB23F3B}"/>
                </a:ext>
              </a:extLst>
            </p:cNvPr>
            <p:cNvCxnSpPr>
              <a:cxnSpLocks/>
            </p:cNvCxnSpPr>
            <p:nvPr/>
          </p:nvCxnSpPr>
          <p:spPr>
            <a:xfrm>
              <a:off x="10605052" y="2266122"/>
              <a:ext cx="0" cy="497999"/>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C9B1EE55-CA46-0E42-C60A-BB40918DB621}"/>
                </a:ext>
              </a:extLst>
            </p:cNvPr>
            <p:cNvSpPr/>
            <p:nvPr/>
          </p:nvSpPr>
          <p:spPr>
            <a:xfrm>
              <a:off x="9737035" y="2741757"/>
              <a:ext cx="1920923" cy="929308"/>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You can download the table in excel or csv format</a:t>
              </a:r>
            </a:p>
          </p:txBody>
        </p:sp>
        <p:sp>
          <p:nvSpPr>
            <p:cNvPr id="15" name="Rectangle 14">
              <a:extLst>
                <a:ext uri="{FF2B5EF4-FFF2-40B4-BE49-F238E27FC236}">
                  <a16:creationId xmlns:a16="http://schemas.microsoft.com/office/drawing/2014/main" id="{DC462DB6-616F-2309-145D-654A826F2EA0}"/>
                </a:ext>
              </a:extLst>
            </p:cNvPr>
            <p:cNvSpPr/>
            <p:nvPr/>
          </p:nvSpPr>
          <p:spPr>
            <a:xfrm>
              <a:off x="7613374" y="2102240"/>
              <a:ext cx="1555085" cy="228486"/>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297968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A8551DB-BEBD-52AC-946C-C06CDD4CADFE}"/>
              </a:ext>
            </a:extLst>
          </p:cNvPr>
          <p:cNvPicPr>
            <a:picLocks noGrp="1" noChangeAspect="1"/>
          </p:cNvPicPr>
          <p:nvPr>
            <p:ph idx="1"/>
          </p:nvPr>
        </p:nvPicPr>
        <p:blipFill rotWithShape="1">
          <a:blip r:embed="rId2"/>
          <a:srcRect/>
          <a:stretch/>
        </p:blipFill>
        <p:spPr>
          <a:xfrm>
            <a:off x="609600" y="2049332"/>
            <a:ext cx="10972800" cy="3840480"/>
          </a:xfrm>
        </p:spPr>
      </p:pic>
      <p:sp>
        <p:nvSpPr>
          <p:cNvPr id="7" name="TextBox 6">
            <a:extLst>
              <a:ext uri="{FF2B5EF4-FFF2-40B4-BE49-F238E27FC236}">
                <a16:creationId xmlns:a16="http://schemas.microsoft.com/office/drawing/2014/main" id="{48F67615-2D48-8229-248B-E2426D70900E}"/>
              </a:ext>
            </a:extLst>
          </p:cNvPr>
          <p:cNvSpPr txBox="1"/>
          <p:nvPr/>
        </p:nvSpPr>
        <p:spPr>
          <a:xfrm>
            <a:off x="457200" y="1084837"/>
            <a:ext cx="11125200" cy="830997"/>
          </a:xfrm>
          <a:prstGeom prst="rect">
            <a:avLst/>
          </a:prstGeom>
          <a:noFill/>
        </p:spPr>
        <p:txBody>
          <a:bodyPr wrap="square">
            <a:spAutoFit/>
          </a:bodyPr>
          <a:lstStyle/>
          <a:p>
            <a:pPr marL="342900" indent="-342900" algn="just">
              <a:buFont typeface="Arial" panose="020B0604020202020204" pitchFamily="34" charset="0"/>
              <a:buChar char="•"/>
            </a:pPr>
            <a:r>
              <a:rPr lang="en-US" sz="2400" b="1" dirty="0">
                <a:latin typeface="Tahoma" panose="020B0604030504040204" pitchFamily="34" charset="0"/>
                <a:ea typeface="Tahoma" panose="020B0604030504040204" pitchFamily="34" charset="0"/>
                <a:cs typeface="Tahoma" panose="020B0604030504040204" pitchFamily="34" charset="0"/>
              </a:rPr>
              <a:t>After you open the Reports App, you will get the below menu of reports you can select from</a:t>
            </a:r>
          </a:p>
        </p:txBody>
      </p:sp>
      <p:sp>
        <p:nvSpPr>
          <p:cNvPr id="6" name="Title 1">
            <a:extLst>
              <a:ext uri="{FF2B5EF4-FFF2-40B4-BE49-F238E27FC236}">
                <a16:creationId xmlns:a16="http://schemas.microsoft.com/office/drawing/2014/main" id="{ED6F0D1D-AA75-B3DC-1026-EBA3C1B27425}"/>
              </a:ext>
            </a:extLst>
          </p:cNvPr>
          <p:cNvSpPr>
            <a:spLocks noGrp="1"/>
          </p:cNvSpPr>
          <p:nvPr>
            <p:ph type="title"/>
          </p:nvPr>
        </p:nvSpPr>
        <p:spPr>
          <a:xfrm>
            <a:off x="609600" y="274638"/>
            <a:ext cx="10972800" cy="487362"/>
          </a:xfrm>
        </p:spPr>
        <p:txBody>
          <a:bodyPr>
            <a:normAutofit fontScale="90000"/>
          </a:bodyPr>
          <a:lstStyle/>
          <a:p>
            <a:r>
              <a:rPr lang="en-US" dirty="0">
                <a:latin typeface="Tahoma" panose="020B0604030504040204" pitchFamily="34" charset="0"/>
                <a:ea typeface="Tahoma" panose="020B0604030504040204" pitchFamily="34" charset="0"/>
                <a:cs typeface="Tahoma" panose="020B0604030504040204" pitchFamily="34" charset="0"/>
              </a:rPr>
              <a:t>Reports App</a:t>
            </a:r>
            <a:endParaRPr lang="en-US" dirty="0">
              <a:solidFill>
                <a:srgbClr val="00B0F0"/>
              </a:solidFill>
              <a:latin typeface="Tahoma" panose="020B0604030504040204" pitchFamily="34" charset="0"/>
              <a:ea typeface="Tahoma" panose="020B0604030504040204" pitchFamily="34" charset="0"/>
              <a:cs typeface="Tahoma" panose="020B0604030504040204" pitchFamily="34" charset="0"/>
            </a:endParaRPr>
          </a:p>
        </p:txBody>
      </p:sp>
      <p:sp>
        <p:nvSpPr>
          <p:cNvPr id="2" name="Rectangle: Rounded Corners 1">
            <a:extLst>
              <a:ext uri="{FF2B5EF4-FFF2-40B4-BE49-F238E27FC236}">
                <a16:creationId xmlns:a16="http://schemas.microsoft.com/office/drawing/2014/main" id="{705C08CA-FC92-C2CE-A22A-60BE7A4D2171}"/>
              </a:ext>
            </a:extLst>
          </p:cNvPr>
          <p:cNvSpPr/>
          <p:nvPr/>
        </p:nvSpPr>
        <p:spPr>
          <a:xfrm>
            <a:off x="710648" y="4041134"/>
            <a:ext cx="3374334" cy="1848678"/>
          </a:xfrm>
          <a:prstGeom prst="roundRect">
            <a:avLst>
              <a:gd name="adj" fmla="val 4839"/>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411874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B54FB5-36FC-4D3D-AD42-FE2CAB19F242}"/>
              </a:ext>
            </a:extLst>
          </p:cNvPr>
          <p:cNvSpPr>
            <a:spLocks noGrp="1"/>
          </p:cNvSpPr>
          <p:nvPr>
            <p:ph type="title"/>
          </p:nvPr>
        </p:nvSpPr>
        <p:spPr/>
        <p:txBody>
          <a:bodyPr>
            <a:normAutofit fontScale="90000"/>
          </a:bodyPr>
          <a:lstStyle/>
          <a:p>
            <a:r>
              <a:rPr lang="en-US" dirty="0">
                <a:latin typeface="Tahoma" panose="020B0604030504040204" pitchFamily="34" charset="0"/>
                <a:ea typeface="Tahoma" panose="020B0604030504040204" pitchFamily="34" charset="0"/>
                <a:cs typeface="Tahoma" panose="020B0604030504040204" pitchFamily="34" charset="0"/>
              </a:rPr>
              <a:t>Using resources</a:t>
            </a:r>
          </a:p>
        </p:txBody>
      </p:sp>
      <p:sp>
        <p:nvSpPr>
          <p:cNvPr id="3" name="Content Placeholder 2"/>
          <p:cNvSpPr>
            <a:spLocks noGrp="1"/>
          </p:cNvSpPr>
          <p:nvPr>
            <p:ph idx="1"/>
          </p:nvPr>
        </p:nvSpPr>
        <p:spPr>
          <a:xfrm>
            <a:off x="609600" y="1021645"/>
            <a:ext cx="10869638" cy="511951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just">
              <a:lnSpc>
                <a:spcPct val="150000"/>
              </a:lnSpc>
              <a:buFont typeface="Wingdings" panose="05000000000000000000" pitchFamily="2" charset="2"/>
              <a:buChar char="§"/>
            </a:pPr>
            <a:r>
              <a:rPr lang="en-US" sz="2400" dirty="0">
                <a:latin typeface="Tahoma" panose="020B0604030504040204" pitchFamily="34" charset="0"/>
                <a:ea typeface="Tahoma" panose="020B0604030504040204" pitchFamily="34" charset="0"/>
                <a:cs typeface="Tahoma" panose="020B0604030504040204" pitchFamily="34" charset="0"/>
              </a:rPr>
              <a:t>The resource tool allows you to upload both files from your local computer to the DHIS server and to add links to other resources on the internet through URLs. </a:t>
            </a:r>
          </a:p>
          <a:p>
            <a:pPr algn="just">
              <a:lnSpc>
                <a:spcPct val="150000"/>
              </a:lnSpc>
              <a:buFont typeface="Wingdings" panose="05000000000000000000" pitchFamily="2" charset="2"/>
              <a:buChar char="§"/>
            </a:pPr>
            <a:r>
              <a:rPr lang="en-US" sz="2400" dirty="0">
                <a:latin typeface="Tahoma" panose="020B0604030504040204" pitchFamily="34" charset="0"/>
                <a:ea typeface="Tahoma" panose="020B0604030504040204" pitchFamily="34" charset="0"/>
                <a:cs typeface="Tahoma" panose="020B0604030504040204" pitchFamily="34" charset="0"/>
              </a:rPr>
              <a:t>If cloud storage is configured for your system, resources will be saved there.</a:t>
            </a:r>
          </a:p>
          <a:p>
            <a:pPr algn="just">
              <a:lnSpc>
                <a:spcPct val="150000"/>
              </a:lnSpc>
              <a:buFont typeface="Wingdings" panose="05000000000000000000" pitchFamily="2" charset="2"/>
              <a:buChar char="§"/>
            </a:pPr>
            <a:r>
              <a:rPr lang="en-US" sz="2400" dirty="0">
                <a:latin typeface="Tahoma" panose="020B0604030504040204" pitchFamily="34" charset="0"/>
                <a:ea typeface="Tahoma" panose="020B0604030504040204" pitchFamily="34" charset="0"/>
                <a:cs typeface="Tahoma" panose="020B0604030504040204" pitchFamily="34" charset="0"/>
              </a:rPr>
              <a:t>Steps to create a resource to share: </a:t>
            </a:r>
          </a:p>
          <a:p>
            <a:pPr algn="just">
              <a:lnSpc>
                <a:spcPct val="150000"/>
              </a:lnSpc>
              <a:buFont typeface="Wingdings" panose="05000000000000000000" pitchFamily="2" charset="2"/>
              <a:buChar char="§"/>
            </a:pPr>
            <a:endParaRPr lang="en-US" sz="2400"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8921167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B54FB5-36FC-4D3D-AD42-FE2CAB19F242}"/>
              </a:ext>
            </a:extLst>
          </p:cNvPr>
          <p:cNvSpPr>
            <a:spLocks noGrp="1"/>
          </p:cNvSpPr>
          <p:nvPr>
            <p:ph type="title"/>
          </p:nvPr>
        </p:nvSpPr>
        <p:spPr/>
        <p:txBody>
          <a:bodyPr>
            <a:normAutofit fontScale="90000"/>
          </a:bodyPr>
          <a:lstStyle/>
          <a:p>
            <a:r>
              <a:rPr lang="en-US" dirty="0">
                <a:latin typeface="Tahoma" panose="020B0604030504040204" pitchFamily="34" charset="0"/>
                <a:ea typeface="Tahoma" panose="020B0604030504040204" pitchFamily="34" charset="0"/>
                <a:cs typeface="Tahoma" panose="020B0604030504040204" pitchFamily="34" charset="0"/>
              </a:rPr>
              <a:t>Resources</a:t>
            </a:r>
          </a:p>
        </p:txBody>
      </p:sp>
      <p:sp>
        <p:nvSpPr>
          <p:cNvPr id="3" name="Content Placeholder 2"/>
          <p:cNvSpPr>
            <a:spLocks noGrp="1"/>
          </p:cNvSpPr>
          <p:nvPr>
            <p:ph idx="1"/>
          </p:nvPr>
        </p:nvSpPr>
        <p:spPr>
          <a:xfrm>
            <a:off x="609599" y="1021645"/>
            <a:ext cx="10790584" cy="5119511"/>
          </a:xfrm>
        </p:spPr>
        <p:txBody>
          <a:bodyPr/>
          <a:lstStyle/>
          <a:p>
            <a:pPr marL="0" indent="0" algn="just">
              <a:buNone/>
            </a:pPr>
            <a:r>
              <a:rPr lang="en-US" sz="2800" dirty="0">
                <a:latin typeface="Tahoma" panose="020B0604030504040204" pitchFamily="34" charset="0"/>
                <a:ea typeface="Tahoma" panose="020B0604030504040204" pitchFamily="34" charset="0"/>
                <a:cs typeface="Tahoma" panose="020B0604030504040204" pitchFamily="34" charset="0"/>
              </a:rPr>
              <a:t>Steps to add a new resource:</a:t>
            </a:r>
          </a:p>
          <a:p>
            <a:pPr marL="514350" indent="-514350" algn="just">
              <a:buFont typeface="+mj-lt"/>
              <a:buAutoNum type="arabicPeriod"/>
            </a:pPr>
            <a:r>
              <a:rPr lang="en-US" sz="2800" dirty="0">
                <a:latin typeface="Tahoma" panose="020B0604030504040204" pitchFamily="34" charset="0"/>
                <a:ea typeface="Tahoma" panose="020B0604030504040204" pitchFamily="34" charset="0"/>
                <a:cs typeface="Tahoma" panose="020B0604030504040204" pitchFamily="34" charset="0"/>
              </a:rPr>
              <a:t>Open the </a:t>
            </a:r>
            <a:r>
              <a:rPr lang="en-US" sz="2800" b="1" dirty="0">
                <a:latin typeface="Tahoma" panose="020B0604030504040204" pitchFamily="34" charset="0"/>
                <a:ea typeface="Tahoma" panose="020B0604030504040204" pitchFamily="34" charset="0"/>
                <a:cs typeface="Tahoma" panose="020B0604030504040204" pitchFamily="34" charset="0"/>
              </a:rPr>
              <a:t>Reports</a:t>
            </a:r>
            <a:r>
              <a:rPr lang="en-US" sz="2800" dirty="0">
                <a:latin typeface="Tahoma" panose="020B0604030504040204" pitchFamily="34" charset="0"/>
                <a:ea typeface="Tahoma" panose="020B0604030504040204" pitchFamily="34" charset="0"/>
                <a:cs typeface="Tahoma" panose="020B0604030504040204" pitchFamily="34" charset="0"/>
              </a:rPr>
              <a:t> app and click on </a:t>
            </a:r>
            <a:r>
              <a:rPr lang="en-US" sz="2800" b="1" dirty="0">
                <a:latin typeface="Tahoma" panose="020B0604030504040204" pitchFamily="34" charset="0"/>
                <a:ea typeface="Tahoma" panose="020B0604030504040204" pitchFamily="34" charset="0"/>
                <a:cs typeface="Tahoma" panose="020B0604030504040204" pitchFamily="34" charset="0"/>
              </a:rPr>
              <a:t>Resource</a:t>
            </a:r>
            <a:r>
              <a:rPr lang="en-US" sz="2800" dirty="0">
                <a:latin typeface="Tahoma" panose="020B0604030504040204" pitchFamily="34" charset="0"/>
                <a:ea typeface="Tahoma" panose="020B0604030504040204" pitchFamily="34" charset="0"/>
                <a:cs typeface="Tahoma" panose="020B0604030504040204" pitchFamily="34" charset="0"/>
              </a:rPr>
              <a:t>.</a:t>
            </a:r>
          </a:p>
          <a:p>
            <a:pPr marL="514350" indent="-514350" algn="just">
              <a:buFont typeface="+mj-lt"/>
              <a:buAutoNum type="arabicPeriod"/>
            </a:pPr>
            <a:r>
              <a:rPr lang="en-US" sz="2800" dirty="0">
                <a:latin typeface="Tahoma" panose="020B0604030504040204" pitchFamily="34" charset="0"/>
                <a:ea typeface="Tahoma" panose="020B0604030504040204" pitchFamily="34" charset="0"/>
                <a:cs typeface="Tahoma" panose="020B0604030504040204" pitchFamily="34" charset="0"/>
              </a:rPr>
              <a:t>Click on the </a:t>
            </a:r>
            <a:r>
              <a:rPr lang="en-US" sz="2800" b="1" dirty="0">
                <a:latin typeface="Tahoma" panose="020B0604030504040204" pitchFamily="34" charset="0"/>
                <a:ea typeface="Tahoma" panose="020B0604030504040204" pitchFamily="34" charset="0"/>
                <a:cs typeface="Tahoma" panose="020B0604030504040204" pitchFamily="34" charset="0"/>
              </a:rPr>
              <a:t>blue plus sign </a:t>
            </a:r>
            <a:r>
              <a:rPr lang="en-US" sz="2800" dirty="0">
                <a:latin typeface="Tahoma" panose="020B0604030504040204" pitchFamily="34" charset="0"/>
                <a:ea typeface="Tahoma" panose="020B0604030504040204" pitchFamily="34" charset="0"/>
                <a:cs typeface="Tahoma" panose="020B0604030504040204" pitchFamily="34" charset="0"/>
              </a:rPr>
              <a:t>on the right bottom corner to </a:t>
            </a:r>
            <a:r>
              <a:rPr lang="en-US" sz="2800" b="1" dirty="0">
                <a:latin typeface="Tahoma" panose="020B0604030504040204" pitchFamily="34" charset="0"/>
                <a:ea typeface="Tahoma" panose="020B0604030504040204" pitchFamily="34" charset="0"/>
                <a:cs typeface="Tahoma" panose="020B0604030504040204" pitchFamily="34" charset="0"/>
              </a:rPr>
              <a:t>add a new resource</a:t>
            </a:r>
            <a:endParaRPr lang="en-US" sz="2800" dirty="0">
              <a:latin typeface="Tahoma" panose="020B0604030504040204" pitchFamily="34" charset="0"/>
              <a:ea typeface="Tahoma" panose="020B0604030504040204" pitchFamily="34" charset="0"/>
              <a:cs typeface="Tahoma" panose="020B0604030504040204" pitchFamily="34" charset="0"/>
            </a:endParaRPr>
          </a:p>
          <a:p>
            <a:pPr marL="514350" indent="-514350" algn="just">
              <a:buFont typeface="+mj-lt"/>
              <a:buAutoNum type="arabicPeriod"/>
            </a:pPr>
            <a:r>
              <a:rPr lang="en-US" sz="2800" dirty="0">
                <a:latin typeface="Tahoma" panose="020B0604030504040204" pitchFamily="34" charset="0"/>
                <a:ea typeface="Tahoma" panose="020B0604030504040204" pitchFamily="34" charset="0"/>
                <a:cs typeface="Tahoma" panose="020B0604030504040204" pitchFamily="34" charset="0"/>
              </a:rPr>
              <a:t>Enter a </a:t>
            </a:r>
            <a:r>
              <a:rPr lang="en-US" sz="2800" b="1" dirty="0">
                <a:latin typeface="Tahoma" panose="020B0604030504040204" pitchFamily="34" charset="0"/>
                <a:ea typeface="Tahoma" panose="020B0604030504040204" pitchFamily="34" charset="0"/>
                <a:cs typeface="Tahoma" panose="020B0604030504040204" pitchFamily="34" charset="0"/>
              </a:rPr>
              <a:t>Name</a:t>
            </a:r>
            <a:endParaRPr lang="en-US" sz="2800" dirty="0">
              <a:latin typeface="Tahoma" panose="020B0604030504040204" pitchFamily="34" charset="0"/>
              <a:ea typeface="Tahoma" panose="020B0604030504040204" pitchFamily="34" charset="0"/>
              <a:cs typeface="Tahoma" panose="020B0604030504040204" pitchFamily="34" charset="0"/>
            </a:endParaRPr>
          </a:p>
          <a:p>
            <a:pPr marL="514350" indent="-514350" algn="just">
              <a:buFont typeface="+mj-lt"/>
              <a:buAutoNum type="arabicPeriod"/>
            </a:pPr>
            <a:r>
              <a:rPr lang="en-US" sz="2800" dirty="0">
                <a:latin typeface="Tahoma" panose="020B0604030504040204" pitchFamily="34" charset="0"/>
                <a:ea typeface="Tahoma" panose="020B0604030504040204" pitchFamily="34" charset="0"/>
                <a:cs typeface="Tahoma" panose="020B0604030504040204" pitchFamily="34" charset="0"/>
              </a:rPr>
              <a:t>Select a </a:t>
            </a:r>
            <a:r>
              <a:rPr lang="en-US" sz="2800" b="1" dirty="0">
                <a:latin typeface="Tahoma" panose="020B0604030504040204" pitchFamily="34" charset="0"/>
                <a:ea typeface="Tahoma" panose="020B0604030504040204" pitchFamily="34" charset="0"/>
                <a:cs typeface="Tahoma" panose="020B0604030504040204" pitchFamily="34" charset="0"/>
              </a:rPr>
              <a:t>Type</a:t>
            </a:r>
            <a:endParaRPr lang="en-US" sz="2800" dirty="0">
              <a:latin typeface="Tahoma" panose="020B0604030504040204" pitchFamily="34" charset="0"/>
              <a:ea typeface="Tahoma" panose="020B0604030504040204" pitchFamily="34" charset="0"/>
              <a:cs typeface="Tahoma" panose="020B0604030504040204" pitchFamily="34" charset="0"/>
            </a:endParaRPr>
          </a:p>
          <a:p>
            <a:pPr marL="514350" indent="-514350" algn="just">
              <a:buFont typeface="+mj-lt"/>
              <a:buAutoNum type="arabicPeriod"/>
            </a:pPr>
            <a:r>
              <a:rPr lang="en-US" sz="2800" dirty="0">
                <a:latin typeface="Tahoma" panose="020B0604030504040204" pitchFamily="34" charset="0"/>
                <a:ea typeface="Tahoma" panose="020B0604030504040204" pitchFamily="34" charset="0"/>
                <a:cs typeface="Tahoma" panose="020B0604030504040204" pitchFamily="34" charset="0"/>
              </a:rPr>
              <a:t>Depending on the resource type, either </a:t>
            </a:r>
            <a:r>
              <a:rPr lang="en-US" sz="2800" b="1" dirty="0">
                <a:latin typeface="Tahoma" panose="020B0604030504040204" pitchFamily="34" charset="0"/>
                <a:ea typeface="Tahoma" panose="020B0604030504040204" pitchFamily="34" charset="0"/>
                <a:cs typeface="Tahoma" panose="020B0604030504040204" pitchFamily="34" charset="0"/>
              </a:rPr>
              <a:t>Upload file</a:t>
            </a:r>
            <a:r>
              <a:rPr lang="en-US" sz="2800" dirty="0">
                <a:latin typeface="Tahoma" panose="020B0604030504040204" pitchFamily="34" charset="0"/>
                <a:ea typeface="Tahoma" panose="020B0604030504040204" pitchFamily="34" charset="0"/>
                <a:cs typeface="Tahoma" panose="020B0604030504040204" pitchFamily="34" charset="0"/>
              </a:rPr>
              <a:t> or </a:t>
            </a:r>
            <a:r>
              <a:rPr lang="en-US" sz="2800" b="1" dirty="0">
                <a:latin typeface="Tahoma" panose="020B0604030504040204" pitchFamily="34" charset="0"/>
                <a:ea typeface="Tahoma" panose="020B0604030504040204" pitchFamily="34" charset="0"/>
                <a:cs typeface="Tahoma" panose="020B0604030504040204" pitchFamily="34" charset="0"/>
              </a:rPr>
              <a:t>External URL</a:t>
            </a:r>
            <a:r>
              <a:rPr lang="en-US" sz="2800" dirty="0">
                <a:latin typeface="Tahoma" panose="020B0604030504040204" pitchFamily="34" charset="0"/>
                <a:ea typeface="Tahoma" panose="020B0604030504040204" pitchFamily="34" charset="0"/>
                <a:cs typeface="Tahoma" panose="020B0604030504040204" pitchFamily="34" charset="0"/>
              </a:rPr>
              <a:t>.</a:t>
            </a:r>
          </a:p>
          <a:p>
            <a:pPr marL="514350" indent="-514350" algn="just">
              <a:buFont typeface="+mj-lt"/>
              <a:buAutoNum type="arabicPeriod"/>
            </a:pPr>
            <a:r>
              <a:rPr lang="en-US" sz="2800" dirty="0">
                <a:latin typeface="Tahoma" panose="020B0604030504040204" pitchFamily="34" charset="0"/>
                <a:ea typeface="Tahoma" panose="020B0604030504040204" pitchFamily="34" charset="0"/>
                <a:cs typeface="Tahoma" panose="020B0604030504040204" pitchFamily="34" charset="0"/>
              </a:rPr>
              <a:t>Click </a:t>
            </a:r>
            <a:r>
              <a:rPr lang="en-US" sz="2800" b="1" dirty="0">
                <a:latin typeface="Tahoma" panose="020B0604030504040204" pitchFamily="34" charset="0"/>
                <a:ea typeface="Tahoma" panose="020B0604030504040204" pitchFamily="34" charset="0"/>
                <a:cs typeface="Tahoma" panose="020B0604030504040204" pitchFamily="34" charset="0"/>
              </a:rPr>
              <a:t>Save</a:t>
            </a:r>
            <a:r>
              <a:rPr lang="en-US" sz="2800" dirty="0">
                <a:latin typeface="Tahoma" panose="020B0604030504040204" pitchFamily="34" charset="0"/>
                <a:ea typeface="Tahoma" panose="020B0604030504040204" pitchFamily="34" charset="0"/>
                <a:cs typeface="Tahoma" panose="020B0604030504040204" pitchFamily="34" charset="0"/>
              </a:rPr>
              <a:t>.</a:t>
            </a:r>
          </a:p>
          <a:p>
            <a:pPr marL="0" indent="0" algn="just">
              <a:buNone/>
            </a:pPr>
            <a:endParaRPr lang="en-US" sz="2000" dirty="0">
              <a:latin typeface="Tahoma" panose="020B0604030504040204" pitchFamily="34" charset="0"/>
              <a:ea typeface="Tahoma" panose="020B0604030504040204" pitchFamily="34" charset="0"/>
              <a:cs typeface="Tahoma" panose="020B0604030504040204" pitchFamily="34" charset="0"/>
            </a:endParaRPr>
          </a:p>
        </p:txBody>
      </p:sp>
      <p:pic>
        <p:nvPicPr>
          <p:cNvPr id="6" name="Picture 5">
            <a:extLst>
              <a:ext uri="{FF2B5EF4-FFF2-40B4-BE49-F238E27FC236}">
                <a16:creationId xmlns:a16="http://schemas.microsoft.com/office/drawing/2014/main" id="{FC13D56A-6628-C1BA-5FE9-49438B64EE24}"/>
              </a:ext>
            </a:extLst>
          </p:cNvPr>
          <p:cNvPicPr>
            <a:picLocks noChangeAspect="1"/>
          </p:cNvPicPr>
          <p:nvPr/>
        </p:nvPicPr>
        <p:blipFill>
          <a:blip r:embed="rId2"/>
          <a:stretch>
            <a:fillRect/>
          </a:stretch>
        </p:blipFill>
        <p:spPr>
          <a:xfrm>
            <a:off x="3660913" y="2531773"/>
            <a:ext cx="390815" cy="435058"/>
          </a:xfrm>
          <a:prstGeom prst="rect">
            <a:avLst/>
          </a:prstGeom>
        </p:spPr>
      </p:pic>
    </p:spTree>
    <p:extLst>
      <p:ext uri="{BB962C8B-B14F-4D97-AF65-F5344CB8AC3E}">
        <p14:creationId xmlns:p14="http://schemas.microsoft.com/office/powerpoint/2010/main" val="38259153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D35BEE-3E1D-9A63-A67A-1666D5DF2591}"/>
              </a:ext>
            </a:extLst>
          </p:cNvPr>
          <p:cNvSpPr>
            <a:spLocks noGrp="1"/>
          </p:cNvSpPr>
          <p:nvPr>
            <p:ph type="title"/>
          </p:nvPr>
        </p:nvSpPr>
        <p:spPr/>
        <p:txBody>
          <a:bodyPr/>
          <a:lstStyle/>
          <a:p>
            <a:r>
              <a:rPr lang="en-US" dirty="0">
                <a:latin typeface="Tahoma" panose="020B0604030504040204" pitchFamily="34" charset="0"/>
                <a:ea typeface="Tahoma" panose="020B0604030504040204" pitchFamily="34" charset="0"/>
                <a:cs typeface="Tahoma" panose="020B0604030504040204" pitchFamily="34" charset="0"/>
              </a:rPr>
              <a:t>Resources</a:t>
            </a:r>
          </a:p>
        </p:txBody>
      </p:sp>
      <p:sp>
        <p:nvSpPr>
          <p:cNvPr id="3" name="Content Placeholder 2">
            <a:extLst>
              <a:ext uri="{FF2B5EF4-FFF2-40B4-BE49-F238E27FC236}">
                <a16:creationId xmlns:a16="http://schemas.microsoft.com/office/drawing/2014/main" id="{C1CD8722-C57B-9212-5A75-E7FDAD2FBC7D}"/>
              </a:ext>
            </a:extLst>
          </p:cNvPr>
          <p:cNvSpPr>
            <a:spLocks noGrp="1"/>
          </p:cNvSpPr>
          <p:nvPr>
            <p:ph idx="1"/>
          </p:nvPr>
        </p:nvSpPr>
        <p:spPr/>
        <p:txBody>
          <a:bodyPr/>
          <a:lstStyle/>
          <a:p>
            <a:endParaRPr lang="en-US"/>
          </a:p>
        </p:txBody>
      </p:sp>
      <p:pic>
        <p:nvPicPr>
          <p:cNvPr id="6" name="Picture 5">
            <a:extLst>
              <a:ext uri="{FF2B5EF4-FFF2-40B4-BE49-F238E27FC236}">
                <a16:creationId xmlns:a16="http://schemas.microsoft.com/office/drawing/2014/main" id="{EE2787C7-01A7-4507-B0F9-90F47B3B043A}"/>
              </a:ext>
            </a:extLst>
          </p:cNvPr>
          <p:cNvPicPr>
            <a:picLocks noChangeAspect="1"/>
          </p:cNvPicPr>
          <p:nvPr/>
        </p:nvPicPr>
        <p:blipFill>
          <a:blip r:embed="rId2"/>
          <a:stretch>
            <a:fillRect/>
          </a:stretch>
        </p:blipFill>
        <p:spPr>
          <a:xfrm>
            <a:off x="289965" y="1012135"/>
            <a:ext cx="11612070" cy="5393635"/>
          </a:xfrm>
          <a:prstGeom prst="rect">
            <a:avLst/>
          </a:prstGeom>
        </p:spPr>
      </p:pic>
      <p:sp>
        <p:nvSpPr>
          <p:cNvPr id="7" name="Rectangle: Rounded Corners 6">
            <a:extLst>
              <a:ext uri="{FF2B5EF4-FFF2-40B4-BE49-F238E27FC236}">
                <a16:creationId xmlns:a16="http://schemas.microsoft.com/office/drawing/2014/main" id="{06DEA2EE-72E2-3413-ED41-00A2E990FB8E}"/>
              </a:ext>
            </a:extLst>
          </p:cNvPr>
          <p:cNvSpPr/>
          <p:nvPr/>
        </p:nvSpPr>
        <p:spPr>
          <a:xfrm>
            <a:off x="382657" y="2703443"/>
            <a:ext cx="2241273" cy="442292"/>
          </a:xfrm>
          <a:prstGeom prst="round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8DB10396-5037-68C5-019F-D91EA8E9DCB3}"/>
              </a:ext>
            </a:extLst>
          </p:cNvPr>
          <p:cNvSpPr/>
          <p:nvPr/>
        </p:nvSpPr>
        <p:spPr>
          <a:xfrm>
            <a:off x="11345517" y="5690152"/>
            <a:ext cx="636105" cy="609946"/>
          </a:xfrm>
          <a:prstGeom prst="round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C4362933-6EB1-D63C-DAA8-5B1AF0A613E0}"/>
              </a:ext>
            </a:extLst>
          </p:cNvPr>
          <p:cNvSpPr/>
          <p:nvPr/>
        </p:nvSpPr>
        <p:spPr>
          <a:xfrm>
            <a:off x="10805749" y="5339644"/>
            <a:ext cx="440266" cy="45155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Tree>
    <p:extLst>
      <p:ext uri="{BB962C8B-B14F-4D97-AF65-F5344CB8AC3E}">
        <p14:creationId xmlns:p14="http://schemas.microsoft.com/office/powerpoint/2010/main" val="22576729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73B78-F9AE-F87A-5887-A7EC21B6D446}"/>
              </a:ext>
            </a:extLst>
          </p:cNvPr>
          <p:cNvSpPr>
            <a:spLocks noGrp="1"/>
          </p:cNvSpPr>
          <p:nvPr>
            <p:ph type="title"/>
          </p:nvPr>
        </p:nvSpPr>
        <p:spPr/>
        <p:txBody>
          <a:bodyPr/>
          <a:lstStyle/>
          <a:p>
            <a:r>
              <a:rPr lang="en-US" dirty="0">
                <a:latin typeface="Tahoma" panose="020B0604030504040204" pitchFamily="34" charset="0"/>
                <a:ea typeface="Tahoma" panose="020B0604030504040204" pitchFamily="34" charset="0"/>
                <a:cs typeface="Tahoma" panose="020B0604030504040204" pitchFamily="34" charset="0"/>
              </a:rPr>
              <a:t>Resources</a:t>
            </a:r>
          </a:p>
        </p:txBody>
      </p:sp>
      <p:sp>
        <p:nvSpPr>
          <p:cNvPr id="3" name="Content Placeholder 2">
            <a:extLst>
              <a:ext uri="{FF2B5EF4-FFF2-40B4-BE49-F238E27FC236}">
                <a16:creationId xmlns:a16="http://schemas.microsoft.com/office/drawing/2014/main" id="{2A0F814F-BE58-B7AD-87F7-33731DDC96F6}"/>
              </a:ext>
            </a:extLst>
          </p:cNvPr>
          <p:cNvSpPr>
            <a:spLocks noGrp="1"/>
          </p:cNvSpPr>
          <p:nvPr>
            <p:ph idx="1"/>
          </p:nvPr>
        </p:nvSpPr>
        <p:spPr>
          <a:xfrm>
            <a:off x="6179666" y="1066800"/>
            <a:ext cx="5402734" cy="4983163"/>
          </a:xfrm>
        </p:spPr>
        <p:txBody>
          <a:bodyPr/>
          <a:lstStyle/>
          <a:p>
            <a:r>
              <a:rPr lang="en-US" dirty="0">
                <a:latin typeface="Tahoma" panose="020B0604030504040204" pitchFamily="34" charset="0"/>
                <a:ea typeface="Tahoma" panose="020B0604030504040204" pitchFamily="34" charset="0"/>
                <a:cs typeface="Tahoma" panose="020B0604030504040204" pitchFamily="34" charset="0"/>
              </a:rPr>
              <a:t>If the selected “Resource Type” is URL, then the URL link must be entered</a:t>
            </a:r>
          </a:p>
        </p:txBody>
      </p:sp>
      <p:grpSp>
        <p:nvGrpSpPr>
          <p:cNvPr id="9" name="Group 8">
            <a:extLst>
              <a:ext uri="{FF2B5EF4-FFF2-40B4-BE49-F238E27FC236}">
                <a16:creationId xmlns:a16="http://schemas.microsoft.com/office/drawing/2014/main" id="{90FAF47B-22D0-83FC-D058-749832B84750}"/>
              </a:ext>
            </a:extLst>
          </p:cNvPr>
          <p:cNvGrpSpPr/>
          <p:nvPr/>
        </p:nvGrpSpPr>
        <p:grpSpPr>
          <a:xfrm>
            <a:off x="609600" y="1066800"/>
            <a:ext cx="4427303" cy="4842013"/>
            <a:chOff x="262213" y="0"/>
            <a:chExt cx="6270625" cy="6858000"/>
          </a:xfrm>
        </p:grpSpPr>
        <p:pic>
          <p:nvPicPr>
            <p:cNvPr id="5" name="Picture 4">
              <a:extLst>
                <a:ext uri="{FF2B5EF4-FFF2-40B4-BE49-F238E27FC236}">
                  <a16:creationId xmlns:a16="http://schemas.microsoft.com/office/drawing/2014/main" id="{B6FE8FB2-1571-F291-2D48-F3F7DF0B2599}"/>
                </a:ext>
              </a:extLst>
            </p:cNvPr>
            <p:cNvPicPr>
              <a:picLocks noChangeAspect="1"/>
            </p:cNvPicPr>
            <p:nvPr/>
          </p:nvPicPr>
          <p:blipFill>
            <a:blip r:embed="rId2"/>
            <a:stretch>
              <a:fillRect/>
            </a:stretch>
          </p:blipFill>
          <p:spPr>
            <a:xfrm>
              <a:off x="262213" y="0"/>
              <a:ext cx="6270625" cy="6858000"/>
            </a:xfrm>
            <a:prstGeom prst="rect">
              <a:avLst/>
            </a:prstGeom>
            <a:ln>
              <a:solidFill>
                <a:schemeClr val="tx2"/>
              </a:solidFill>
            </a:ln>
          </p:spPr>
        </p:pic>
        <p:sp>
          <p:nvSpPr>
            <p:cNvPr id="6" name="Oval 5">
              <a:extLst>
                <a:ext uri="{FF2B5EF4-FFF2-40B4-BE49-F238E27FC236}">
                  <a16:creationId xmlns:a16="http://schemas.microsoft.com/office/drawing/2014/main" id="{3EC3EFE6-4112-8346-B6CE-5F124989F5F5}"/>
                </a:ext>
              </a:extLst>
            </p:cNvPr>
            <p:cNvSpPr/>
            <p:nvPr/>
          </p:nvSpPr>
          <p:spPr>
            <a:xfrm>
              <a:off x="1997765" y="2022459"/>
              <a:ext cx="440266" cy="451556"/>
            </a:xfrm>
            <a:prstGeom prst="ellipse">
              <a:avLst/>
            </a:prstGeom>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7" name="Oval 6">
              <a:extLst>
                <a:ext uri="{FF2B5EF4-FFF2-40B4-BE49-F238E27FC236}">
                  <a16:creationId xmlns:a16="http://schemas.microsoft.com/office/drawing/2014/main" id="{5157076C-E336-236B-7B67-F7F70BF6BF88}"/>
                </a:ext>
              </a:extLst>
            </p:cNvPr>
            <p:cNvSpPr/>
            <p:nvPr/>
          </p:nvSpPr>
          <p:spPr>
            <a:xfrm>
              <a:off x="2438031" y="3039564"/>
              <a:ext cx="440266" cy="451556"/>
            </a:xfrm>
            <a:prstGeom prst="ellipse">
              <a:avLst/>
            </a:prstGeom>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8" name="Oval 7">
              <a:extLst>
                <a:ext uri="{FF2B5EF4-FFF2-40B4-BE49-F238E27FC236}">
                  <a16:creationId xmlns:a16="http://schemas.microsoft.com/office/drawing/2014/main" id="{236B6223-CE91-5354-E119-F2DE253FA079}"/>
                </a:ext>
              </a:extLst>
            </p:cNvPr>
            <p:cNvSpPr/>
            <p:nvPr/>
          </p:nvSpPr>
          <p:spPr>
            <a:xfrm>
              <a:off x="2500979" y="5903207"/>
              <a:ext cx="440266" cy="451556"/>
            </a:xfrm>
            <a:prstGeom prst="ellipse">
              <a:avLst/>
            </a:prstGeom>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grpSp>
      <p:grpSp>
        <p:nvGrpSpPr>
          <p:cNvPr id="14" name="Group 13">
            <a:extLst>
              <a:ext uri="{FF2B5EF4-FFF2-40B4-BE49-F238E27FC236}">
                <a16:creationId xmlns:a16="http://schemas.microsoft.com/office/drawing/2014/main" id="{1C6FA82D-8AFD-FDB8-990A-1FF9B883E442}"/>
              </a:ext>
            </a:extLst>
          </p:cNvPr>
          <p:cNvGrpSpPr/>
          <p:nvPr/>
        </p:nvGrpSpPr>
        <p:grpSpPr>
          <a:xfrm>
            <a:off x="7661750" y="2677911"/>
            <a:ext cx="2994826" cy="3285567"/>
            <a:chOff x="7661750" y="2677911"/>
            <a:chExt cx="2994826" cy="3285567"/>
          </a:xfrm>
        </p:grpSpPr>
        <p:pic>
          <p:nvPicPr>
            <p:cNvPr id="10" name="Picture 9">
              <a:extLst>
                <a:ext uri="{FF2B5EF4-FFF2-40B4-BE49-F238E27FC236}">
                  <a16:creationId xmlns:a16="http://schemas.microsoft.com/office/drawing/2014/main" id="{520BF830-52DA-0816-42EC-CE7455093C7B}"/>
                </a:ext>
              </a:extLst>
            </p:cNvPr>
            <p:cNvPicPr>
              <a:picLocks noChangeAspect="1"/>
            </p:cNvPicPr>
            <p:nvPr/>
          </p:nvPicPr>
          <p:blipFill>
            <a:blip r:embed="rId3"/>
            <a:stretch>
              <a:fillRect/>
            </a:stretch>
          </p:blipFill>
          <p:spPr>
            <a:xfrm>
              <a:off x="7661750" y="2677911"/>
              <a:ext cx="2516264" cy="3285567"/>
            </a:xfrm>
            <a:prstGeom prst="rect">
              <a:avLst/>
            </a:prstGeom>
            <a:ln>
              <a:solidFill>
                <a:schemeClr val="tx2"/>
              </a:solidFill>
            </a:ln>
          </p:spPr>
        </p:pic>
        <p:sp>
          <p:nvSpPr>
            <p:cNvPr id="12" name="Arrow: Right 11">
              <a:extLst>
                <a:ext uri="{FF2B5EF4-FFF2-40B4-BE49-F238E27FC236}">
                  <a16:creationId xmlns:a16="http://schemas.microsoft.com/office/drawing/2014/main" id="{C5F7524A-0842-AAC0-31CC-AC19386095CC}"/>
                </a:ext>
              </a:extLst>
            </p:cNvPr>
            <p:cNvSpPr/>
            <p:nvPr/>
          </p:nvSpPr>
          <p:spPr>
            <a:xfrm flipH="1">
              <a:off x="10209315" y="3947739"/>
              <a:ext cx="447261" cy="264532"/>
            </a:xfrm>
            <a:prstGeom prst="rightArrow">
              <a:avLst/>
            </a:prstGeom>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Arrow: Right 12">
              <a:extLst>
                <a:ext uri="{FF2B5EF4-FFF2-40B4-BE49-F238E27FC236}">
                  <a16:creationId xmlns:a16="http://schemas.microsoft.com/office/drawing/2014/main" id="{E3E22047-907F-D1F0-7FEE-2BA3BAE4DBCB}"/>
                </a:ext>
              </a:extLst>
            </p:cNvPr>
            <p:cNvSpPr/>
            <p:nvPr/>
          </p:nvSpPr>
          <p:spPr>
            <a:xfrm flipH="1">
              <a:off x="10209314" y="4915147"/>
              <a:ext cx="447261" cy="264532"/>
            </a:xfrm>
            <a:prstGeom prst="rightArrow">
              <a:avLst/>
            </a:prstGeom>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2069513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A8551DB-BEBD-52AC-946C-C06CDD4CADFE}"/>
              </a:ext>
            </a:extLst>
          </p:cNvPr>
          <p:cNvPicPr>
            <a:picLocks noGrp="1" noChangeAspect="1"/>
          </p:cNvPicPr>
          <p:nvPr>
            <p:ph idx="1"/>
          </p:nvPr>
        </p:nvPicPr>
        <p:blipFill rotWithShape="1">
          <a:blip r:embed="rId2"/>
          <a:srcRect/>
          <a:stretch/>
        </p:blipFill>
        <p:spPr>
          <a:xfrm>
            <a:off x="609600" y="2049332"/>
            <a:ext cx="10972800" cy="3840480"/>
          </a:xfrm>
        </p:spPr>
      </p:pic>
      <p:sp>
        <p:nvSpPr>
          <p:cNvPr id="7" name="TextBox 6">
            <a:extLst>
              <a:ext uri="{FF2B5EF4-FFF2-40B4-BE49-F238E27FC236}">
                <a16:creationId xmlns:a16="http://schemas.microsoft.com/office/drawing/2014/main" id="{48F67615-2D48-8229-248B-E2426D70900E}"/>
              </a:ext>
            </a:extLst>
          </p:cNvPr>
          <p:cNvSpPr txBox="1"/>
          <p:nvPr/>
        </p:nvSpPr>
        <p:spPr>
          <a:xfrm>
            <a:off x="457200" y="1084837"/>
            <a:ext cx="11125200" cy="830997"/>
          </a:xfrm>
          <a:prstGeom prst="rect">
            <a:avLst/>
          </a:prstGeom>
          <a:noFill/>
        </p:spPr>
        <p:txBody>
          <a:bodyPr wrap="square">
            <a:spAutoFit/>
          </a:bodyPr>
          <a:lstStyle/>
          <a:p>
            <a:pPr marL="342900" indent="-342900">
              <a:buFont typeface="Arial" panose="020B0604020202020204" pitchFamily="34" charset="0"/>
              <a:buChar char="•"/>
            </a:pPr>
            <a:r>
              <a:rPr lang="en-US" sz="2400" b="1" dirty="0">
                <a:latin typeface="Tahoma" panose="020B0604030504040204" pitchFamily="34" charset="0"/>
                <a:ea typeface="Tahoma" panose="020B0604030504040204" pitchFamily="34" charset="0"/>
                <a:cs typeface="Tahoma" panose="020B0604030504040204" pitchFamily="34" charset="0"/>
              </a:rPr>
              <a:t>After you open the Reports App, you will get the below menu of reports you can select from</a:t>
            </a:r>
          </a:p>
        </p:txBody>
      </p:sp>
      <p:sp>
        <p:nvSpPr>
          <p:cNvPr id="6" name="Title 1">
            <a:extLst>
              <a:ext uri="{FF2B5EF4-FFF2-40B4-BE49-F238E27FC236}">
                <a16:creationId xmlns:a16="http://schemas.microsoft.com/office/drawing/2014/main" id="{ED6F0D1D-AA75-B3DC-1026-EBA3C1B27425}"/>
              </a:ext>
            </a:extLst>
          </p:cNvPr>
          <p:cNvSpPr>
            <a:spLocks noGrp="1"/>
          </p:cNvSpPr>
          <p:nvPr>
            <p:ph type="title"/>
          </p:nvPr>
        </p:nvSpPr>
        <p:spPr>
          <a:xfrm>
            <a:off x="609600" y="274638"/>
            <a:ext cx="10972800" cy="487362"/>
          </a:xfrm>
        </p:spPr>
        <p:txBody>
          <a:bodyPr>
            <a:normAutofit fontScale="90000"/>
          </a:bodyPr>
          <a:lstStyle/>
          <a:p>
            <a:r>
              <a:rPr lang="en-US" dirty="0">
                <a:latin typeface="Tahoma" panose="020B0604030504040204" pitchFamily="34" charset="0"/>
                <a:ea typeface="Tahoma" panose="020B0604030504040204" pitchFamily="34" charset="0"/>
                <a:cs typeface="Tahoma" panose="020B0604030504040204" pitchFamily="34" charset="0"/>
              </a:rPr>
              <a:t>Reports App</a:t>
            </a:r>
            <a:endParaRPr lang="en-US" dirty="0">
              <a:solidFill>
                <a:srgbClr val="00B0F0"/>
              </a:solidFill>
              <a:latin typeface="Tahoma" panose="020B0604030504040204" pitchFamily="34" charset="0"/>
              <a:ea typeface="Tahoma" panose="020B0604030504040204" pitchFamily="34" charset="0"/>
              <a:cs typeface="Tahoma" panose="020B0604030504040204" pitchFamily="34" charset="0"/>
            </a:endParaRPr>
          </a:p>
        </p:txBody>
      </p:sp>
      <p:sp>
        <p:nvSpPr>
          <p:cNvPr id="2" name="Rectangle: Rounded Corners 1">
            <a:extLst>
              <a:ext uri="{FF2B5EF4-FFF2-40B4-BE49-F238E27FC236}">
                <a16:creationId xmlns:a16="http://schemas.microsoft.com/office/drawing/2014/main" id="{705C08CA-FC92-C2CE-A22A-60BE7A4D2171}"/>
              </a:ext>
            </a:extLst>
          </p:cNvPr>
          <p:cNvSpPr/>
          <p:nvPr/>
        </p:nvSpPr>
        <p:spPr>
          <a:xfrm>
            <a:off x="4408833" y="4075042"/>
            <a:ext cx="3374334" cy="1754257"/>
          </a:xfrm>
          <a:prstGeom prst="roundRect">
            <a:avLst>
              <a:gd name="adj" fmla="val 4839"/>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201680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B54FB5-36FC-4D3D-AD42-FE2CAB19F242}"/>
              </a:ext>
            </a:extLst>
          </p:cNvPr>
          <p:cNvSpPr>
            <a:spLocks noGrp="1"/>
          </p:cNvSpPr>
          <p:nvPr>
            <p:ph type="title"/>
          </p:nvPr>
        </p:nvSpPr>
        <p:spPr/>
        <p:txBody>
          <a:bodyPr>
            <a:normAutofit fontScale="90000"/>
          </a:bodyPr>
          <a:lstStyle/>
          <a:p>
            <a:r>
              <a:rPr lang="en-US" dirty="0">
                <a:latin typeface="Tahoma" panose="020B0604030504040204" pitchFamily="34" charset="0"/>
                <a:ea typeface="Tahoma" panose="020B0604030504040204" pitchFamily="34" charset="0"/>
                <a:cs typeface="Tahoma" panose="020B0604030504040204" pitchFamily="34" charset="0"/>
              </a:rPr>
              <a:t>Using organization unit distribution reports</a:t>
            </a:r>
          </a:p>
        </p:txBody>
      </p:sp>
      <p:sp>
        <p:nvSpPr>
          <p:cNvPr id="3" name="Content Placeholder 2"/>
          <p:cNvSpPr>
            <a:spLocks noGrp="1"/>
          </p:cNvSpPr>
          <p:nvPr>
            <p:ph idx="1"/>
          </p:nvPr>
        </p:nvSpPr>
        <p:spPr>
          <a:xfrm>
            <a:off x="609599" y="1021645"/>
            <a:ext cx="11039061" cy="5119511"/>
          </a:xfrm>
        </p:spPr>
        <p:txBody>
          <a:bodyPr/>
          <a:lstStyle/>
          <a:p>
            <a:pPr algn="just">
              <a:lnSpc>
                <a:spcPct val="150000"/>
              </a:lnSpc>
              <a:buFont typeface="Wingdings" panose="05000000000000000000" pitchFamily="2" charset="2"/>
              <a:buChar char="§"/>
            </a:pPr>
            <a:r>
              <a:rPr lang="en-US" sz="2400" dirty="0">
                <a:solidFill>
                  <a:srgbClr val="00B0F0"/>
                </a:solidFill>
                <a:latin typeface="Tahoma" panose="020B0604030504040204" pitchFamily="34" charset="0"/>
                <a:ea typeface="Tahoma" panose="020B0604030504040204" pitchFamily="34" charset="0"/>
                <a:cs typeface="Tahoma" panose="020B0604030504040204" pitchFamily="34" charset="0"/>
              </a:rPr>
              <a:t>Organization unit distribution reports are reports that show how the org units are distributed on various properties like type and ownership, and by geographical areas.</a:t>
            </a:r>
          </a:p>
          <a:p>
            <a:pPr algn="just">
              <a:lnSpc>
                <a:spcPct val="150000"/>
              </a:lnSpc>
              <a:buFont typeface="Wingdings" panose="05000000000000000000" pitchFamily="2" charset="2"/>
              <a:buChar char="§"/>
            </a:pPr>
            <a:r>
              <a:rPr lang="en-US" sz="2400" dirty="0">
                <a:latin typeface="Tahoma" panose="020B0604030504040204" pitchFamily="34" charset="0"/>
                <a:ea typeface="Tahoma" panose="020B0604030504040204" pitchFamily="34" charset="0"/>
                <a:cs typeface="Tahoma" panose="020B0604030504040204" pitchFamily="34" charset="0"/>
              </a:rPr>
              <a:t>The result can be presented in a table-based report or in a chart</a:t>
            </a:r>
          </a:p>
        </p:txBody>
      </p:sp>
    </p:spTree>
    <p:extLst>
      <p:ext uri="{BB962C8B-B14F-4D97-AF65-F5344CB8AC3E}">
        <p14:creationId xmlns:p14="http://schemas.microsoft.com/office/powerpoint/2010/main" val="19881395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B54FB5-36FC-4D3D-AD42-FE2CAB19F242}"/>
              </a:ext>
            </a:extLst>
          </p:cNvPr>
          <p:cNvSpPr>
            <a:spLocks noGrp="1"/>
          </p:cNvSpPr>
          <p:nvPr>
            <p:ph type="title"/>
          </p:nvPr>
        </p:nvSpPr>
        <p:spPr/>
        <p:txBody>
          <a:bodyPr>
            <a:normAutofit fontScale="90000"/>
          </a:bodyPr>
          <a:lstStyle/>
          <a:p>
            <a:r>
              <a:rPr lang="en-US" dirty="0">
                <a:latin typeface="Tahoma" panose="020B0604030504040204" pitchFamily="34" charset="0"/>
                <a:ea typeface="Tahoma" panose="020B0604030504040204" pitchFamily="34" charset="0"/>
                <a:cs typeface="Tahoma" panose="020B0604030504040204" pitchFamily="34" charset="0"/>
              </a:rPr>
              <a:t>Organization Unit Distribution Reports</a:t>
            </a:r>
          </a:p>
        </p:txBody>
      </p:sp>
      <p:sp>
        <p:nvSpPr>
          <p:cNvPr id="3" name="Content Placeholder 2"/>
          <p:cNvSpPr>
            <a:spLocks noGrp="1"/>
          </p:cNvSpPr>
          <p:nvPr>
            <p:ph idx="1"/>
          </p:nvPr>
        </p:nvSpPr>
        <p:spPr>
          <a:xfrm>
            <a:off x="609601" y="1021645"/>
            <a:ext cx="10972800" cy="5119511"/>
          </a:xfrm>
        </p:spPr>
        <p:txBody>
          <a:bodyPr/>
          <a:lstStyle/>
          <a:p>
            <a:pPr marL="0" indent="0" algn="just">
              <a:lnSpc>
                <a:spcPct val="160000"/>
              </a:lnSpc>
              <a:buNone/>
            </a:pPr>
            <a:r>
              <a:rPr lang="en-US" sz="2400" dirty="0">
                <a:latin typeface="Tahoma" panose="020B0604030504040204" pitchFamily="34" charset="0"/>
                <a:ea typeface="Tahoma" panose="020B0604030504040204" pitchFamily="34" charset="0"/>
                <a:cs typeface="Tahoma" panose="020B0604030504040204" pitchFamily="34" charset="0"/>
              </a:rPr>
              <a:t>Steps to run organization distribution report </a:t>
            </a:r>
          </a:p>
          <a:p>
            <a:pPr marL="514350" indent="-514350" algn="just">
              <a:lnSpc>
                <a:spcPct val="160000"/>
              </a:lnSpc>
              <a:buAutoNum type="arabicPeriod"/>
            </a:pPr>
            <a:r>
              <a:rPr lang="en-US" sz="2400" dirty="0">
                <a:latin typeface="Tahoma" panose="020B0604030504040204" pitchFamily="34" charset="0"/>
                <a:ea typeface="Tahoma" panose="020B0604030504040204" pitchFamily="34" charset="0"/>
                <a:cs typeface="Tahoma" panose="020B0604030504040204" pitchFamily="34" charset="0"/>
              </a:rPr>
              <a:t>Click on </a:t>
            </a:r>
            <a:r>
              <a:rPr lang="en-US" sz="2400" b="1" dirty="0">
                <a:latin typeface="Tahoma" panose="020B0604030504040204" pitchFamily="34" charset="0"/>
                <a:ea typeface="Tahoma" panose="020B0604030504040204" pitchFamily="34" charset="0"/>
                <a:cs typeface="Tahoma" panose="020B0604030504040204" pitchFamily="34" charset="0"/>
              </a:rPr>
              <a:t>Organization Unit Distribution Report </a:t>
            </a:r>
            <a:r>
              <a:rPr lang="en-US" sz="2400" dirty="0">
                <a:latin typeface="Tahoma" panose="020B0604030504040204" pitchFamily="34" charset="0"/>
                <a:ea typeface="Tahoma" panose="020B0604030504040204" pitchFamily="34" charset="0"/>
                <a:cs typeface="Tahoma" panose="020B0604030504040204" pitchFamily="34" charset="0"/>
              </a:rPr>
              <a:t>from </a:t>
            </a:r>
            <a:r>
              <a:rPr lang="en-US" sz="2400" b="1" i="1" dirty="0">
                <a:latin typeface="Tahoma" panose="020B0604030504040204" pitchFamily="34" charset="0"/>
                <a:ea typeface="Tahoma" panose="020B0604030504040204" pitchFamily="34" charset="0"/>
                <a:cs typeface="Tahoma" panose="020B0604030504040204" pitchFamily="34" charset="0"/>
              </a:rPr>
              <a:t>Reports app.</a:t>
            </a:r>
          </a:p>
          <a:p>
            <a:pPr marL="514350" indent="-514350" algn="just">
              <a:lnSpc>
                <a:spcPct val="160000"/>
              </a:lnSpc>
              <a:buAutoNum type="arabicPeriod"/>
            </a:pPr>
            <a:r>
              <a:rPr lang="en-US" sz="2400" dirty="0">
                <a:latin typeface="Tahoma" panose="020B0604030504040204" pitchFamily="34" charset="0"/>
                <a:ea typeface="Tahoma" panose="020B0604030504040204" pitchFamily="34" charset="0"/>
                <a:cs typeface="Tahoma" panose="020B0604030504040204" pitchFamily="34" charset="0"/>
              </a:rPr>
              <a:t>Select desired </a:t>
            </a:r>
            <a:r>
              <a:rPr lang="en-US" sz="2400" b="1" dirty="0">
                <a:latin typeface="Tahoma" panose="020B0604030504040204" pitchFamily="34" charset="0"/>
                <a:ea typeface="Tahoma" panose="020B0604030504040204" pitchFamily="34" charset="0"/>
                <a:cs typeface="Tahoma" panose="020B0604030504040204" pitchFamily="34" charset="0"/>
              </a:rPr>
              <a:t>report organization unit</a:t>
            </a:r>
            <a:r>
              <a:rPr lang="en-US" sz="2400" dirty="0">
                <a:latin typeface="Tahoma" panose="020B0604030504040204" pitchFamily="34" charset="0"/>
                <a:ea typeface="Tahoma" panose="020B0604030504040204" pitchFamily="34" charset="0"/>
                <a:cs typeface="Tahoma" panose="020B0604030504040204" pitchFamily="34" charset="0"/>
              </a:rPr>
              <a:t>. The report will be based on the org units located under the selected org unit. </a:t>
            </a:r>
          </a:p>
          <a:p>
            <a:pPr marL="514350" indent="-514350" algn="just">
              <a:lnSpc>
                <a:spcPct val="160000"/>
              </a:lnSpc>
              <a:buAutoNum type="arabicPeriod"/>
            </a:pPr>
            <a:r>
              <a:rPr lang="en-US" sz="2400" dirty="0">
                <a:latin typeface="Tahoma" panose="020B0604030504040204" pitchFamily="34" charset="0"/>
                <a:ea typeface="Tahoma" panose="020B0604030504040204" pitchFamily="34" charset="0"/>
                <a:cs typeface="Tahoma" panose="020B0604030504040204" pitchFamily="34" charset="0"/>
              </a:rPr>
              <a:t>Select the </a:t>
            </a:r>
            <a:r>
              <a:rPr lang="en-US" sz="2400" b="1" dirty="0">
                <a:latin typeface="Tahoma" panose="020B0604030504040204" pitchFamily="34" charset="0"/>
                <a:ea typeface="Tahoma" panose="020B0604030504040204" pitchFamily="34" charset="0"/>
                <a:cs typeface="Tahoma" panose="020B0604030504040204" pitchFamily="34" charset="0"/>
              </a:rPr>
              <a:t>group set </a:t>
            </a:r>
            <a:r>
              <a:rPr lang="en-US" sz="2400" dirty="0">
                <a:latin typeface="Tahoma" panose="020B0604030504040204" pitchFamily="34" charset="0"/>
                <a:ea typeface="Tahoma" panose="020B0604030504040204" pitchFamily="34" charset="0"/>
                <a:cs typeface="Tahoma" panose="020B0604030504040204" pitchFamily="34" charset="0"/>
              </a:rPr>
              <a:t>that you want to use, typically these are Type, Ownership, Rural/Urban, but can be any user-defined org unit group set.</a:t>
            </a:r>
          </a:p>
          <a:p>
            <a:pPr marL="514350" indent="-514350" algn="just">
              <a:lnSpc>
                <a:spcPct val="160000"/>
              </a:lnSpc>
              <a:buAutoNum type="arabicPeriod"/>
            </a:pPr>
            <a:r>
              <a:rPr lang="en-US" sz="2400" dirty="0">
                <a:latin typeface="Tahoma" panose="020B0604030504040204" pitchFamily="34" charset="0"/>
                <a:ea typeface="Tahoma" panose="020B0604030504040204" pitchFamily="34" charset="0"/>
                <a:cs typeface="Tahoma" panose="020B0604030504040204" pitchFamily="34" charset="0"/>
              </a:rPr>
              <a:t>Click on either “</a:t>
            </a:r>
            <a:r>
              <a:rPr lang="en-US" sz="2400" b="1" dirty="0">
                <a:latin typeface="Tahoma" panose="020B0604030504040204" pitchFamily="34" charset="0"/>
                <a:ea typeface="Tahoma" panose="020B0604030504040204" pitchFamily="34" charset="0"/>
                <a:cs typeface="Tahoma" panose="020B0604030504040204" pitchFamily="34" charset="0"/>
              </a:rPr>
              <a:t>Get Report” </a:t>
            </a:r>
            <a:r>
              <a:rPr lang="en-US" sz="2400" dirty="0">
                <a:latin typeface="Tahoma" panose="020B0604030504040204" pitchFamily="34" charset="0"/>
                <a:ea typeface="Tahoma" panose="020B0604030504040204" pitchFamily="34" charset="0"/>
                <a:cs typeface="Tahoma" panose="020B0604030504040204" pitchFamily="34" charset="0"/>
              </a:rPr>
              <a:t>to get the table-based presentation or “</a:t>
            </a:r>
            <a:r>
              <a:rPr lang="en-US" sz="2400" b="1" dirty="0">
                <a:latin typeface="Tahoma" panose="020B0604030504040204" pitchFamily="34" charset="0"/>
                <a:ea typeface="Tahoma" panose="020B0604030504040204" pitchFamily="34" charset="0"/>
                <a:cs typeface="Tahoma" panose="020B0604030504040204" pitchFamily="34" charset="0"/>
              </a:rPr>
              <a:t>Get chart</a:t>
            </a:r>
            <a:r>
              <a:rPr lang="en-US" sz="2400" dirty="0">
                <a:latin typeface="Tahoma" panose="020B0604030504040204" pitchFamily="34" charset="0"/>
                <a:ea typeface="Tahoma" panose="020B0604030504040204" pitchFamily="34" charset="0"/>
                <a:cs typeface="Tahoma" panose="020B0604030504040204" pitchFamily="34" charset="0"/>
              </a:rPr>
              <a:t>”</a:t>
            </a:r>
            <a:r>
              <a:rPr lang="en-US" sz="2400" b="1" dirty="0">
                <a:latin typeface="Tahoma" panose="020B0604030504040204" pitchFamily="34" charset="0"/>
                <a:ea typeface="Tahoma" panose="020B0604030504040204" pitchFamily="34" charset="0"/>
                <a:cs typeface="Tahoma" panose="020B0604030504040204" pitchFamily="34" charset="0"/>
              </a:rPr>
              <a:t> </a:t>
            </a:r>
            <a:r>
              <a:rPr lang="en-US" sz="2400" dirty="0">
                <a:latin typeface="Tahoma" panose="020B0604030504040204" pitchFamily="34" charset="0"/>
                <a:ea typeface="Tahoma" panose="020B0604030504040204" pitchFamily="34" charset="0"/>
                <a:cs typeface="Tahoma" panose="020B0604030504040204" pitchFamily="34" charset="0"/>
              </a:rPr>
              <a:t>to get the same result in a chart. </a:t>
            </a:r>
          </a:p>
          <a:p>
            <a:pPr marL="0" indent="0">
              <a:lnSpc>
                <a:spcPct val="160000"/>
              </a:lnSpc>
              <a:buNone/>
            </a:pPr>
            <a:r>
              <a:rPr lang="en-US" dirty="0"/>
              <a:t>  </a:t>
            </a:r>
          </a:p>
        </p:txBody>
      </p:sp>
    </p:spTree>
    <p:extLst>
      <p:ext uri="{BB962C8B-B14F-4D97-AF65-F5344CB8AC3E}">
        <p14:creationId xmlns:p14="http://schemas.microsoft.com/office/powerpoint/2010/main" val="3697977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Group 14">
            <a:extLst>
              <a:ext uri="{FF2B5EF4-FFF2-40B4-BE49-F238E27FC236}">
                <a16:creationId xmlns:a16="http://schemas.microsoft.com/office/drawing/2014/main" id="{531ABABE-C0CC-336B-4A2B-69FDDD52E6A0}"/>
              </a:ext>
            </a:extLst>
          </p:cNvPr>
          <p:cNvGrpSpPr/>
          <p:nvPr/>
        </p:nvGrpSpPr>
        <p:grpSpPr>
          <a:xfrm>
            <a:off x="225778" y="1090612"/>
            <a:ext cx="11979970" cy="5019753"/>
            <a:chOff x="225778" y="1090612"/>
            <a:chExt cx="11979970" cy="5019753"/>
          </a:xfrm>
        </p:grpSpPr>
        <p:pic>
          <p:nvPicPr>
            <p:cNvPr id="5" name="Picture 4"/>
            <p:cNvPicPr>
              <a:picLocks noChangeAspect="1"/>
            </p:cNvPicPr>
            <p:nvPr/>
          </p:nvPicPr>
          <p:blipFill>
            <a:blip r:embed="rId2"/>
            <a:stretch>
              <a:fillRect/>
            </a:stretch>
          </p:blipFill>
          <p:spPr>
            <a:xfrm>
              <a:off x="225778" y="1090612"/>
              <a:ext cx="11525955" cy="4676775"/>
            </a:xfrm>
            <a:prstGeom prst="rect">
              <a:avLst/>
            </a:prstGeom>
          </p:spPr>
        </p:pic>
        <p:pic>
          <p:nvPicPr>
            <p:cNvPr id="10" name="Picture 9">
              <a:extLst>
                <a:ext uri="{FF2B5EF4-FFF2-40B4-BE49-F238E27FC236}">
                  <a16:creationId xmlns:a16="http://schemas.microsoft.com/office/drawing/2014/main" id="{ADC4BCC6-1384-8357-E490-CC5D64A94927}"/>
                </a:ext>
              </a:extLst>
            </p:cNvPr>
            <p:cNvPicPr>
              <a:picLocks noChangeAspect="1"/>
            </p:cNvPicPr>
            <p:nvPr/>
          </p:nvPicPr>
          <p:blipFill rotWithShape="1">
            <a:blip r:embed="rId3"/>
            <a:srcRect t="7249"/>
            <a:stretch/>
          </p:blipFill>
          <p:spPr>
            <a:xfrm>
              <a:off x="2611779" y="5732890"/>
              <a:ext cx="9593969" cy="377475"/>
            </a:xfrm>
            <a:prstGeom prst="rect">
              <a:avLst/>
            </a:prstGeom>
          </p:spPr>
        </p:pic>
      </p:grpSp>
      <p:sp>
        <p:nvSpPr>
          <p:cNvPr id="2" name="Title 1">
            <a:extLst>
              <a:ext uri="{FF2B5EF4-FFF2-40B4-BE49-F238E27FC236}">
                <a16:creationId xmlns:a16="http://schemas.microsoft.com/office/drawing/2014/main" id="{A7B54FB5-36FC-4D3D-AD42-FE2CAB19F242}"/>
              </a:ext>
            </a:extLst>
          </p:cNvPr>
          <p:cNvSpPr>
            <a:spLocks noGrp="1"/>
          </p:cNvSpPr>
          <p:nvPr>
            <p:ph type="title"/>
          </p:nvPr>
        </p:nvSpPr>
        <p:spPr/>
        <p:txBody>
          <a:bodyPr>
            <a:normAutofit fontScale="90000"/>
          </a:bodyPr>
          <a:lstStyle/>
          <a:p>
            <a:r>
              <a:rPr lang="en-US" dirty="0">
                <a:latin typeface="Tahoma" panose="020B0604030504040204" pitchFamily="34" charset="0"/>
                <a:ea typeface="Tahoma" panose="020B0604030504040204" pitchFamily="34" charset="0"/>
                <a:cs typeface="Tahoma" panose="020B0604030504040204" pitchFamily="34" charset="0"/>
              </a:rPr>
              <a:t>Organization Unit Distribution Reports</a:t>
            </a:r>
            <a:endParaRPr lang="en-US" b="0" dirty="0">
              <a:latin typeface="Tahoma" panose="020B0604030504040204" pitchFamily="34" charset="0"/>
              <a:ea typeface="Tahoma" panose="020B0604030504040204" pitchFamily="34" charset="0"/>
              <a:cs typeface="Tahoma" panose="020B0604030504040204" pitchFamily="34" charset="0"/>
            </a:endParaRPr>
          </a:p>
        </p:txBody>
      </p:sp>
      <p:sp>
        <p:nvSpPr>
          <p:cNvPr id="3" name="Content Placeholder 2"/>
          <p:cNvSpPr>
            <a:spLocks noGrp="1"/>
          </p:cNvSpPr>
          <p:nvPr>
            <p:ph idx="1"/>
          </p:nvPr>
        </p:nvSpPr>
        <p:spPr>
          <a:xfrm>
            <a:off x="112888" y="1021645"/>
            <a:ext cx="12079111" cy="5119511"/>
          </a:xfrm>
        </p:spPr>
        <p:txBody>
          <a:bodyPr/>
          <a:lstStyle/>
          <a:p>
            <a:pPr marL="0" indent="0">
              <a:lnSpc>
                <a:spcPct val="160000"/>
              </a:lnSpc>
              <a:buNone/>
            </a:pPr>
            <a:r>
              <a:rPr lang="en-US" dirty="0"/>
              <a:t>  </a:t>
            </a:r>
          </a:p>
        </p:txBody>
      </p:sp>
      <p:sp>
        <p:nvSpPr>
          <p:cNvPr id="6" name="Rounded Rectangle 5"/>
          <p:cNvSpPr/>
          <p:nvPr/>
        </p:nvSpPr>
        <p:spPr>
          <a:xfrm>
            <a:off x="2946400" y="2641600"/>
            <a:ext cx="2822222" cy="203200"/>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p:cNvSpPr/>
          <p:nvPr/>
        </p:nvSpPr>
        <p:spPr>
          <a:xfrm>
            <a:off x="270933" y="2957689"/>
            <a:ext cx="2246489" cy="462844"/>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7823200" y="2720622"/>
            <a:ext cx="1286933" cy="338667"/>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p:cNvSpPr/>
          <p:nvPr/>
        </p:nvSpPr>
        <p:spPr>
          <a:xfrm>
            <a:off x="2641600" y="5091289"/>
            <a:ext cx="1038578" cy="496711"/>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1394177" y="3431822"/>
            <a:ext cx="553155" cy="51928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12" name="Oval 11"/>
          <p:cNvSpPr/>
          <p:nvPr/>
        </p:nvSpPr>
        <p:spPr>
          <a:xfrm>
            <a:off x="9121422" y="2602707"/>
            <a:ext cx="553155" cy="51928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13" name="Oval 12"/>
          <p:cNvSpPr/>
          <p:nvPr/>
        </p:nvSpPr>
        <p:spPr>
          <a:xfrm>
            <a:off x="5785555" y="2483555"/>
            <a:ext cx="553155" cy="51928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14" name="Oval 13"/>
          <p:cNvSpPr/>
          <p:nvPr/>
        </p:nvSpPr>
        <p:spPr>
          <a:xfrm>
            <a:off x="2088445" y="5135209"/>
            <a:ext cx="553155" cy="51928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Tree>
    <p:extLst>
      <p:ext uri="{BB962C8B-B14F-4D97-AF65-F5344CB8AC3E}">
        <p14:creationId xmlns:p14="http://schemas.microsoft.com/office/powerpoint/2010/main" val="11853309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B54FB5-36FC-4D3D-AD42-FE2CAB19F242}"/>
              </a:ext>
            </a:extLst>
          </p:cNvPr>
          <p:cNvSpPr>
            <a:spLocks noGrp="1"/>
          </p:cNvSpPr>
          <p:nvPr>
            <p:ph type="title"/>
          </p:nvPr>
        </p:nvSpPr>
        <p:spPr/>
        <p:txBody>
          <a:bodyPr>
            <a:normAutofit fontScale="90000"/>
          </a:bodyPr>
          <a:lstStyle/>
          <a:p>
            <a:r>
              <a:rPr lang="en-US" dirty="0">
                <a:latin typeface="Tahoma" panose="020B0604030504040204" pitchFamily="34" charset="0"/>
                <a:ea typeface="Tahoma" panose="020B0604030504040204" pitchFamily="34" charset="0"/>
                <a:cs typeface="Tahoma" panose="020B0604030504040204" pitchFamily="34" charset="0"/>
              </a:rPr>
              <a:t>Organization Unit Distribution Reports</a:t>
            </a:r>
            <a:endParaRPr lang="en-US" b="0" dirty="0">
              <a:latin typeface="Tahoma" panose="020B0604030504040204" pitchFamily="34" charset="0"/>
              <a:ea typeface="Tahoma" panose="020B0604030504040204" pitchFamily="34" charset="0"/>
              <a:cs typeface="Tahoma" panose="020B0604030504040204" pitchFamily="34" charset="0"/>
            </a:endParaRPr>
          </a:p>
        </p:txBody>
      </p:sp>
      <p:sp>
        <p:nvSpPr>
          <p:cNvPr id="5" name="Content Placeholder 4"/>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2DD4E454-5B35-438F-3AA6-44F47478C599}"/>
              </a:ext>
            </a:extLst>
          </p:cNvPr>
          <p:cNvPicPr>
            <a:picLocks noChangeAspect="1"/>
          </p:cNvPicPr>
          <p:nvPr/>
        </p:nvPicPr>
        <p:blipFill>
          <a:blip r:embed="rId2"/>
          <a:stretch>
            <a:fillRect/>
          </a:stretch>
        </p:blipFill>
        <p:spPr>
          <a:xfrm>
            <a:off x="0" y="855970"/>
            <a:ext cx="12192000" cy="5146059"/>
          </a:xfrm>
          <a:prstGeom prst="rect">
            <a:avLst/>
          </a:prstGeom>
        </p:spPr>
      </p:pic>
      <p:grpSp>
        <p:nvGrpSpPr>
          <p:cNvPr id="7" name="Group 6">
            <a:extLst>
              <a:ext uri="{FF2B5EF4-FFF2-40B4-BE49-F238E27FC236}">
                <a16:creationId xmlns:a16="http://schemas.microsoft.com/office/drawing/2014/main" id="{A5EE2885-A7AD-3F8E-8588-49CC4BA43A72}"/>
              </a:ext>
            </a:extLst>
          </p:cNvPr>
          <p:cNvGrpSpPr/>
          <p:nvPr/>
        </p:nvGrpSpPr>
        <p:grpSpPr>
          <a:xfrm>
            <a:off x="7511905" y="930352"/>
            <a:ext cx="4513516" cy="808072"/>
            <a:chOff x="7511905" y="930352"/>
            <a:chExt cx="4513516" cy="808072"/>
          </a:xfrm>
        </p:grpSpPr>
        <p:cxnSp>
          <p:nvCxnSpPr>
            <p:cNvPr id="8" name="Straight Connector 7">
              <a:extLst>
                <a:ext uri="{FF2B5EF4-FFF2-40B4-BE49-F238E27FC236}">
                  <a16:creationId xmlns:a16="http://schemas.microsoft.com/office/drawing/2014/main" id="{3F351376-CAD2-FBA2-C747-BA78A26A9E57}"/>
                </a:ext>
              </a:extLst>
            </p:cNvPr>
            <p:cNvCxnSpPr>
              <a:cxnSpLocks/>
            </p:cNvCxnSpPr>
            <p:nvPr/>
          </p:nvCxnSpPr>
          <p:spPr>
            <a:xfrm>
              <a:off x="9611190" y="1678191"/>
              <a:ext cx="13979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A01E6E72-991B-9A47-490B-639DFD66E0C0}"/>
                </a:ext>
              </a:extLst>
            </p:cNvPr>
            <p:cNvCxnSpPr>
              <a:cxnSpLocks/>
            </p:cNvCxnSpPr>
            <p:nvPr/>
          </p:nvCxnSpPr>
          <p:spPr>
            <a:xfrm>
              <a:off x="11009090" y="1180192"/>
              <a:ext cx="0" cy="497999"/>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47CFD92E-6739-C974-D88D-0DBA5D966DF5}"/>
                </a:ext>
              </a:extLst>
            </p:cNvPr>
            <p:cNvSpPr/>
            <p:nvPr/>
          </p:nvSpPr>
          <p:spPr>
            <a:xfrm>
              <a:off x="7511905" y="930352"/>
              <a:ext cx="2099286" cy="808072"/>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You can download the table in excel or pdf format</a:t>
              </a:r>
            </a:p>
          </p:txBody>
        </p:sp>
        <p:sp>
          <p:nvSpPr>
            <p:cNvPr id="11" name="Rectangle 10">
              <a:extLst>
                <a:ext uri="{FF2B5EF4-FFF2-40B4-BE49-F238E27FC236}">
                  <a16:creationId xmlns:a16="http://schemas.microsoft.com/office/drawing/2014/main" id="{B8BE3897-C19E-03A9-6B6D-BF3631568AD4}"/>
                </a:ext>
              </a:extLst>
            </p:cNvPr>
            <p:cNvSpPr/>
            <p:nvPr/>
          </p:nvSpPr>
          <p:spPr>
            <a:xfrm>
              <a:off x="9979118" y="972830"/>
              <a:ext cx="2046303" cy="207362"/>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9379146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D284DC9-57F9-AF7D-8AB6-3DD92E5B446D}"/>
              </a:ext>
            </a:extLst>
          </p:cNvPr>
          <p:cNvSpPr>
            <a:spLocks noGrp="1"/>
          </p:cNvSpPr>
          <p:nvPr>
            <p:ph idx="1"/>
          </p:nvPr>
        </p:nvSpPr>
        <p:spPr/>
        <p:txBody>
          <a:bodyPr/>
          <a:lstStyle/>
          <a:p>
            <a:pPr marL="0" indent="0">
              <a:buNone/>
            </a:pPr>
            <a:r>
              <a:rPr lang="en-US" dirty="0"/>
              <a:t>                      </a:t>
            </a:r>
          </a:p>
          <a:p>
            <a:pPr marL="0" indent="0">
              <a:buNone/>
            </a:pPr>
            <a:endParaRPr lang="en-US" dirty="0"/>
          </a:p>
          <a:p>
            <a:pPr marL="0" indent="0">
              <a:buNone/>
            </a:pPr>
            <a:endParaRPr lang="en-US" dirty="0"/>
          </a:p>
          <a:p>
            <a:pPr marL="0" indent="0">
              <a:buNone/>
            </a:pPr>
            <a:endParaRPr lang="en-US" dirty="0"/>
          </a:p>
          <a:p>
            <a:pPr marL="0" indent="0">
              <a:buNone/>
            </a:pPr>
            <a:r>
              <a:rPr lang="en-US" dirty="0"/>
              <a:t>                                 </a:t>
            </a:r>
            <a:r>
              <a:rPr lang="en-US" b="1" dirty="0"/>
              <a:t>Thank you</a:t>
            </a:r>
          </a:p>
        </p:txBody>
      </p:sp>
    </p:spTree>
    <p:extLst>
      <p:ext uri="{BB962C8B-B14F-4D97-AF65-F5344CB8AC3E}">
        <p14:creationId xmlns:p14="http://schemas.microsoft.com/office/powerpoint/2010/main" val="1070370601"/>
      </p:ext>
    </p:extLst>
  </p:cSld>
  <p:clrMapOvr>
    <a:masterClrMapping/>
  </p:clrMapOvr>
</p:sld>
</file>

<file path=ppt/theme/theme1.xml><?xml version="1.0" encoding="utf-8"?>
<a:theme xmlns:a="http://schemas.openxmlformats.org/drawingml/2006/main" name="Theme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8016</TotalTime>
  <Words>1308</Words>
  <Application>Microsoft Office PowerPoint</Application>
  <PresentationFormat>Widescreen</PresentationFormat>
  <Paragraphs>148</Paragraphs>
  <Slides>30</Slides>
  <Notes>2</Notes>
  <HiddenSlides>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30</vt:i4>
      </vt:variant>
    </vt:vector>
  </HeadingPairs>
  <TitlesOfParts>
    <vt:vector size="36" baseType="lpstr">
      <vt:lpstr>Arial</vt:lpstr>
      <vt:lpstr>Calibri</vt:lpstr>
      <vt:lpstr>Tahoma</vt:lpstr>
      <vt:lpstr>Times New Roman</vt:lpstr>
      <vt:lpstr>Wingdings</vt:lpstr>
      <vt:lpstr>Theme1</vt:lpstr>
      <vt:lpstr>PowerPoint Presentation</vt:lpstr>
      <vt:lpstr>PowerPoint Presentation</vt:lpstr>
      <vt:lpstr>Reports App</vt:lpstr>
      <vt:lpstr>Reports App</vt:lpstr>
      <vt:lpstr>Reports App</vt:lpstr>
      <vt:lpstr>Reports App</vt:lpstr>
      <vt:lpstr>Data Set Report</vt:lpstr>
      <vt:lpstr>Data Set Report</vt:lpstr>
      <vt:lpstr>Data Set Report</vt:lpstr>
      <vt:lpstr>Data Set Report</vt:lpstr>
      <vt:lpstr>Data Set Report</vt:lpstr>
      <vt:lpstr>Reports App</vt:lpstr>
      <vt:lpstr>Reporting Rate Summary</vt:lpstr>
      <vt:lpstr>Reporting Rate Summary</vt:lpstr>
      <vt:lpstr>Reporting Rate Summary</vt:lpstr>
      <vt:lpstr>Using reporting rate summary</vt:lpstr>
      <vt:lpstr>Reporting Rate Summary</vt:lpstr>
      <vt:lpstr>Reporting Rate Summary</vt:lpstr>
      <vt:lpstr>Reporting Rate Summary</vt:lpstr>
      <vt:lpstr>Reports App</vt:lpstr>
      <vt:lpstr>Using resources</vt:lpstr>
      <vt:lpstr>Resources</vt:lpstr>
      <vt:lpstr>Resources</vt:lpstr>
      <vt:lpstr>Resources</vt:lpstr>
      <vt:lpstr>Reports App</vt:lpstr>
      <vt:lpstr>Using organization unit distribution reports</vt:lpstr>
      <vt:lpstr>Organization Unit Distribution Reports</vt:lpstr>
      <vt:lpstr>Organization Unit Distribution Reports</vt:lpstr>
      <vt:lpstr>Organization Unit Distribution Reports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Adisu Daba</dc:creator>
  <cp:lastModifiedBy>zemene worku</cp:lastModifiedBy>
  <cp:revision>274</cp:revision>
  <dcterms:created xsi:type="dcterms:W3CDTF">2018-11-12T20:36:00Z</dcterms:created>
  <dcterms:modified xsi:type="dcterms:W3CDTF">2024-12-31T13:15:25Z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2024-07-10T20:12:29Z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762de5b4-45da-4234-a5e1-ee3e978f8a57</vt:lpwstr>
  </property>
  <property fmtid="{D5CDD505-2E9C-101B-9397-08002B2CF9AE}" pid="7" name="MSIP_Label_defa4170-0d19-0005-0004-bc88714345d2_ActionId">
    <vt:lpwstr>c32c6749-e753-4920-95b8-c34f91f16e09</vt:lpwstr>
  </property>
  <property fmtid="{D5CDD505-2E9C-101B-9397-08002B2CF9AE}" pid="8" name="MSIP_Label_defa4170-0d19-0005-0004-bc88714345d2_ContentBits">
    <vt:lpwstr>0</vt:lpwstr>
  </property>
</Properties>
</file>